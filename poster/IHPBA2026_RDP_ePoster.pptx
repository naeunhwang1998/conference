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5"/>
  </p:handoutMasterIdLst>
  <p:sldIdLst>
    <p:sldId id="267" r:id="rId3"/>
  </p:sldIdLst>
  <p:sldSz cx="11160125" cy="19799300"/>
  <p:notesSz cx="6858000" cy="9144000"/>
  <p:defaultTextStyle>
    <a:defPPr marL="0" marR="0" indent="0" algn="l" defTabSz="387340" rtl="0" fontAlgn="auto" latinLnBrk="1" hangingPunct="0">
      <a:lnSpc>
        <a:spcPct val="100000"/>
      </a:lnSpc>
      <a:spcBef>
        <a:spcPts val="0"/>
      </a:spcBef>
      <a:spcAft>
        <a:spcPts val="0"/>
      </a:spcAft>
      <a:buClrTx/>
      <a:buSzTx/>
      <a:buFontTx/>
      <a:buNone/>
      <a:tabLst/>
      <a:defRPr kumimoji="0" sz="762" b="0" i="0" u="none" strike="noStrike" cap="none" spc="0" normalizeH="0" baseline="0">
        <a:ln>
          <a:noFill/>
        </a:ln>
        <a:solidFill>
          <a:srgbClr val="000000"/>
        </a:solidFill>
        <a:effectLst/>
        <a:uFillTx/>
      </a:defRPr>
    </a:defPPr>
    <a:lvl1pPr marL="0" marR="0" indent="0" algn="l" defTabSz="1785714" rtl="0" fontAlgn="auto" latinLnBrk="0" hangingPunct="0">
      <a:lnSpc>
        <a:spcPct val="100000"/>
      </a:lnSpc>
      <a:spcBef>
        <a:spcPts val="297"/>
      </a:spcBef>
      <a:spcAft>
        <a:spcPts val="0"/>
      </a:spcAft>
      <a:buClrTx/>
      <a:buSzTx/>
      <a:buFontTx/>
      <a:buNone/>
      <a:tabLst/>
      <a:defRPr kumimoji="0" sz="1271" b="0" i="0" u="none" strike="noStrike" cap="none" spc="0" normalizeH="0" baseline="0">
        <a:ln>
          <a:noFill/>
        </a:ln>
        <a:solidFill>
          <a:srgbClr val="000000"/>
        </a:solidFill>
        <a:effectLst/>
        <a:uFillTx/>
        <a:latin typeface="Arial"/>
        <a:ea typeface="Arial"/>
        <a:cs typeface="Arial"/>
        <a:sym typeface="Arial"/>
      </a:defRPr>
    </a:lvl1pPr>
    <a:lvl2pPr marL="684674" marR="0" indent="-286874" algn="l" defTabSz="1785714" rtl="0" fontAlgn="auto" latinLnBrk="0" hangingPunct="0">
      <a:lnSpc>
        <a:spcPct val="100000"/>
      </a:lnSpc>
      <a:spcBef>
        <a:spcPts val="297"/>
      </a:spcBef>
      <a:spcAft>
        <a:spcPts val="0"/>
      </a:spcAft>
      <a:buClrTx/>
      <a:buSzPct val="100000"/>
      <a:buFontTx/>
      <a:buChar char="–"/>
      <a:tabLst/>
      <a:defRPr kumimoji="0" sz="1271" b="0" i="0" u="none" strike="noStrike" cap="none" spc="0" normalizeH="0" baseline="0">
        <a:ln>
          <a:noFill/>
        </a:ln>
        <a:solidFill>
          <a:srgbClr val="000000"/>
        </a:solidFill>
        <a:effectLst/>
        <a:uFillTx/>
        <a:latin typeface="Arial"/>
        <a:ea typeface="Arial"/>
        <a:cs typeface="Arial"/>
        <a:sym typeface="Arial"/>
      </a:defRPr>
    </a:lvl2pPr>
    <a:lvl3pPr marL="933298" marR="0" indent="-286874" algn="l" defTabSz="1785714" rtl="0" fontAlgn="auto" latinLnBrk="0" hangingPunct="0">
      <a:lnSpc>
        <a:spcPct val="100000"/>
      </a:lnSpc>
      <a:spcBef>
        <a:spcPts val="297"/>
      </a:spcBef>
      <a:spcAft>
        <a:spcPts val="0"/>
      </a:spcAft>
      <a:buClrTx/>
      <a:buSzPct val="100000"/>
      <a:buFontTx/>
      <a:buChar char="•"/>
      <a:tabLst/>
      <a:defRPr kumimoji="0" sz="1271" b="0" i="0" u="none" strike="noStrike" cap="none" spc="0" normalizeH="0" baseline="0">
        <a:ln>
          <a:noFill/>
        </a:ln>
        <a:solidFill>
          <a:srgbClr val="000000"/>
        </a:solidFill>
        <a:effectLst/>
        <a:uFillTx/>
        <a:latin typeface="Arial"/>
        <a:ea typeface="Arial"/>
        <a:cs typeface="Arial"/>
        <a:sym typeface="Arial"/>
      </a:defRPr>
    </a:lvl3pPr>
    <a:lvl4pPr marL="1210610" marR="0" indent="-315562" algn="l" defTabSz="1785714" rtl="0" fontAlgn="auto" latinLnBrk="0" hangingPunct="0">
      <a:lnSpc>
        <a:spcPct val="100000"/>
      </a:lnSpc>
      <a:spcBef>
        <a:spcPts val="297"/>
      </a:spcBef>
      <a:spcAft>
        <a:spcPts val="0"/>
      </a:spcAft>
      <a:buClrTx/>
      <a:buSzPct val="100000"/>
      <a:buFontTx/>
      <a:buChar char="–"/>
      <a:tabLst/>
      <a:defRPr kumimoji="0" sz="1271" b="0" i="0" u="none" strike="noStrike" cap="none" spc="0" normalizeH="0" baseline="0">
        <a:ln>
          <a:noFill/>
        </a:ln>
        <a:solidFill>
          <a:srgbClr val="000000"/>
        </a:solidFill>
        <a:effectLst/>
        <a:uFillTx/>
        <a:latin typeface="Arial"/>
        <a:ea typeface="Arial"/>
        <a:cs typeface="Arial"/>
        <a:sym typeface="Arial"/>
      </a:defRPr>
    </a:lvl4pPr>
    <a:lvl5pPr marL="1398035" marR="0" indent="-229499" algn="l" defTabSz="1785714" rtl="0" fontAlgn="auto" latinLnBrk="0" hangingPunct="0">
      <a:lnSpc>
        <a:spcPct val="100000"/>
      </a:lnSpc>
      <a:spcBef>
        <a:spcPts val="297"/>
      </a:spcBef>
      <a:spcAft>
        <a:spcPts val="0"/>
      </a:spcAft>
      <a:buClrTx/>
      <a:buSzPct val="100000"/>
      <a:buFontTx/>
      <a:buChar char="»"/>
      <a:tabLst/>
      <a:defRPr kumimoji="0" sz="1271" b="0" i="0" u="none" strike="noStrike" cap="none" spc="0" normalizeH="0" baseline="0">
        <a:ln>
          <a:noFill/>
        </a:ln>
        <a:solidFill>
          <a:srgbClr val="000000"/>
        </a:solidFill>
        <a:effectLst/>
        <a:uFillTx/>
        <a:latin typeface="Arial"/>
        <a:ea typeface="Arial"/>
        <a:cs typeface="Arial"/>
        <a:sym typeface="Arial"/>
      </a:defRPr>
    </a:lvl5pPr>
    <a:lvl6pPr marL="4609859" marR="0" indent="-145574" algn="l" defTabSz="1785714" rtl="0" fontAlgn="auto" latinLnBrk="0" hangingPunct="0">
      <a:lnSpc>
        <a:spcPct val="100000"/>
      </a:lnSpc>
      <a:spcBef>
        <a:spcPts val="297"/>
      </a:spcBef>
      <a:spcAft>
        <a:spcPts val="0"/>
      </a:spcAft>
      <a:buClrTx/>
      <a:buSzPct val="100000"/>
      <a:buFontTx/>
      <a:buChar char="•"/>
      <a:tabLst/>
      <a:defRPr kumimoji="0" sz="1271" b="0" i="0" u="none" strike="noStrike" cap="none" spc="0" normalizeH="0" baseline="0">
        <a:ln>
          <a:noFill/>
        </a:ln>
        <a:solidFill>
          <a:srgbClr val="000000"/>
        </a:solidFill>
        <a:effectLst/>
        <a:uFillTx/>
        <a:latin typeface="Arial"/>
        <a:ea typeface="Arial"/>
        <a:cs typeface="Arial"/>
        <a:sym typeface="Arial"/>
      </a:defRPr>
    </a:lvl6pPr>
    <a:lvl7pPr marL="5502716" marR="0" indent="-145574" algn="l" defTabSz="1785714" rtl="0" fontAlgn="auto" latinLnBrk="0" hangingPunct="0">
      <a:lnSpc>
        <a:spcPct val="100000"/>
      </a:lnSpc>
      <a:spcBef>
        <a:spcPts val="297"/>
      </a:spcBef>
      <a:spcAft>
        <a:spcPts val="0"/>
      </a:spcAft>
      <a:buClrTx/>
      <a:buSzPct val="100000"/>
      <a:buFontTx/>
      <a:buChar char="•"/>
      <a:tabLst/>
      <a:defRPr kumimoji="0" sz="1271" b="0" i="0" u="none" strike="noStrike" cap="none" spc="0" normalizeH="0" baseline="0">
        <a:ln>
          <a:noFill/>
        </a:ln>
        <a:solidFill>
          <a:srgbClr val="000000"/>
        </a:solidFill>
        <a:effectLst/>
        <a:uFillTx/>
        <a:latin typeface="Arial"/>
        <a:ea typeface="Arial"/>
        <a:cs typeface="Arial"/>
        <a:sym typeface="Arial"/>
      </a:defRPr>
    </a:lvl7pPr>
    <a:lvl8pPr marL="6395574" marR="0" indent="-145575" algn="l" defTabSz="1785714" rtl="0" fontAlgn="auto" latinLnBrk="0" hangingPunct="0">
      <a:lnSpc>
        <a:spcPct val="100000"/>
      </a:lnSpc>
      <a:spcBef>
        <a:spcPts val="297"/>
      </a:spcBef>
      <a:spcAft>
        <a:spcPts val="0"/>
      </a:spcAft>
      <a:buClrTx/>
      <a:buSzPct val="100000"/>
      <a:buFontTx/>
      <a:buChar char="•"/>
      <a:tabLst/>
      <a:defRPr kumimoji="0" sz="1271" b="0" i="0" u="none" strike="noStrike" cap="none" spc="0" normalizeH="0" baseline="0">
        <a:ln>
          <a:noFill/>
        </a:ln>
        <a:solidFill>
          <a:srgbClr val="000000"/>
        </a:solidFill>
        <a:effectLst/>
        <a:uFillTx/>
        <a:latin typeface="Arial"/>
        <a:ea typeface="Arial"/>
        <a:cs typeface="Arial"/>
        <a:sym typeface="Arial"/>
      </a:defRPr>
    </a:lvl8pPr>
    <a:lvl9pPr marL="7288431" marR="0" indent="-145575" algn="l" defTabSz="1785714" rtl="0" fontAlgn="auto" latinLnBrk="0" hangingPunct="0">
      <a:lnSpc>
        <a:spcPct val="100000"/>
      </a:lnSpc>
      <a:spcBef>
        <a:spcPts val="297"/>
      </a:spcBef>
      <a:spcAft>
        <a:spcPts val="0"/>
      </a:spcAft>
      <a:buClrTx/>
      <a:buSzPct val="100000"/>
      <a:buFontTx/>
      <a:buChar char="•"/>
      <a:tabLst/>
      <a:defRPr kumimoji="0" sz="1271" b="0" i="0" u="none" strike="noStrike" cap="none" spc="0" normalizeH="0" baseline="0">
        <a:ln>
          <a:noFill/>
        </a:ln>
        <a:solidFill>
          <a:srgbClr val="000000"/>
        </a:solidFill>
        <a:effectLst/>
        <a:uFillTx/>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D4B3"/>
    <a:srgbClr val="D7B983"/>
    <a:srgbClr val="BB890B"/>
    <a:srgbClr val="F0E5D0"/>
    <a:srgbClr val="B88D3C"/>
    <a:srgbClr val="E52D3C"/>
    <a:srgbClr val="FFFFFF"/>
    <a:srgbClr val="523888"/>
    <a:srgbClr val="213C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Arial"/>
          <a:ea typeface="Arial"/>
          <a:cs typeface="Arial"/>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Arial"/>
          <a:ea typeface="Arial"/>
          <a:cs typeface="Arial"/>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7" d="100"/>
          <a:sy n="37" d="100"/>
        </p:scale>
        <p:origin x="2796" y="72"/>
      </p:cViewPr>
      <p:guideLst/>
    </p:cSldViewPr>
  </p:slideViewPr>
  <p:notesTextViewPr>
    <p:cViewPr>
      <p:scale>
        <a:sx n="1" d="1"/>
        <a:sy n="1" d="1"/>
      </p:scale>
      <p:origin x="0" y="0"/>
    </p:cViewPr>
  </p:notesTextViewPr>
  <p:notesViewPr>
    <p:cSldViewPr snapToGrid="0">
      <p:cViewPr varScale="1">
        <p:scale>
          <a:sx n="84" d="100"/>
          <a:sy n="84" d="100"/>
        </p:scale>
        <p:origin x="3912" y="96"/>
      </p:cViewPr>
      <p:guideLst/>
    </p:cSldViewPr>
  </p:notesViewPr>
  <p:gridSpacing cx="72008" cy="72008"/>
</p:viewPr>
</file>

<file path=ppt/_rels/presentation.xml.rels><?xml version="1.0" encoding="utf-8"?><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handoutMaster" Target="handoutMasters/handoutMaster1.xml"/><Relationship Id="rId4" Type="http://schemas.openxmlformats.org/officeDocument/2006/relationships/notesMaster" Target="notesMasters/notes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48CC66-08EF-AF46-29BB-D9D29B22E4A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0AD07F9-AF93-2394-DA3C-243AFF761D6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A7A36C2-0AE8-4312-9A79-4F81793A527C}" type="datetimeFigureOut">
              <a:rPr lang="en-US" smtClean="0"/>
              <a:t>7/6/2026</a:t>
            </a:fld>
            <a:endParaRPr lang="en-US"/>
          </a:p>
        </p:txBody>
      </p:sp>
      <p:sp>
        <p:nvSpPr>
          <p:cNvPr id="4" name="Footer Placeholder 3">
            <a:extLst>
              <a:ext uri="{FF2B5EF4-FFF2-40B4-BE49-F238E27FC236}">
                <a16:creationId xmlns:a16="http://schemas.microsoft.com/office/drawing/2014/main" id="{7A9D4BB9-DD7E-80D8-9CFB-7D2D8F25223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E32A9D4-7B26-D82B-AA08-6128DC38474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5A4F59-1F0C-462E-955A-320E77C8344F}" type="slidenum">
              <a:rPr lang="en-US" smtClean="0"/>
              <a:t>‹#›</a:t>
            </a:fld>
            <a:endParaRPr lang="en-US"/>
          </a:p>
        </p:txBody>
      </p:sp>
    </p:spTree>
    <p:extLst>
      <p:ext uri="{BB962C8B-B14F-4D97-AF65-F5344CB8AC3E}">
        <p14:creationId xmlns:p14="http://schemas.microsoft.com/office/powerpoint/2010/main" val="26246401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9" name="Shape 69"/>
          <p:cNvSpPr>
            <a:spLocks noGrp="1" noRot="1" noChangeAspect="1"/>
          </p:cNvSpPr>
          <p:nvPr>
            <p:ph type="sldImg"/>
          </p:nvPr>
        </p:nvSpPr>
        <p:spPr>
          <a:xfrm>
            <a:off x="2462213" y="685800"/>
            <a:ext cx="1933575" cy="3429000"/>
          </a:xfrm>
          <a:prstGeom prst="rect">
            <a:avLst/>
          </a:prstGeom>
        </p:spPr>
        <p:txBody>
          <a:bodyPr/>
          <a:lstStyle/>
          <a:p>
            <a:endParaRPr/>
          </a:p>
        </p:txBody>
      </p:sp>
      <p:sp>
        <p:nvSpPr>
          <p:cNvPr id="70" name="Shape 70"/>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508">
        <a:latin typeface="+mj-lt"/>
        <a:ea typeface="+mj-ea"/>
        <a:cs typeface="+mj-cs"/>
        <a:sym typeface="Calibri"/>
      </a:defRPr>
    </a:lvl1pPr>
    <a:lvl2pPr indent="96835" latinLnBrk="0">
      <a:defRPr sz="508">
        <a:latin typeface="+mj-lt"/>
        <a:ea typeface="+mj-ea"/>
        <a:cs typeface="+mj-cs"/>
        <a:sym typeface="Calibri"/>
      </a:defRPr>
    </a:lvl2pPr>
    <a:lvl3pPr indent="193670" latinLnBrk="0">
      <a:defRPr sz="508">
        <a:latin typeface="+mj-lt"/>
        <a:ea typeface="+mj-ea"/>
        <a:cs typeface="+mj-cs"/>
        <a:sym typeface="Calibri"/>
      </a:defRPr>
    </a:lvl3pPr>
    <a:lvl4pPr indent="290505" latinLnBrk="0">
      <a:defRPr sz="508">
        <a:latin typeface="+mj-lt"/>
        <a:ea typeface="+mj-ea"/>
        <a:cs typeface="+mj-cs"/>
        <a:sym typeface="Calibri"/>
      </a:defRPr>
    </a:lvl4pPr>
    <a:lvl5pPr indent="387340" latinLnBrk="0">
      <a:defRPr sz="508">
        <a:latin typeface="+mj-lt"/>
        <a:ea typeface="+mj-ea"/>
        <a:cs typeface="+mj-cs"/>
        <a:sym typeface="Calibri"/>
      </a:defRPr>
    </a:lvl5pPr>
    <a:lvl6pPr indent="484175" latinLnBrk="0">
      <a:defRPr sz="508">
        <a:latin typeface="+mj-lt"/>
        <a:ea typeface="+mj-ea"/>
        <a:cs typeface="+mj-cs"/>
        <a:sym typeface="Calibri"/>
      </a:defRPr>
    </a:lvl6pPr>
    <a:lvl7pPr indent="581010" latinLnBrk="0">
      <a:defRPr sz="508">
        <a:latin typeface="+mj-lt"/>
        <a:ea typeface="+mj-ea"/>
        <a:cs typeface="+mj-cs"/>
        <a:sym typeface="Calibri"/>
      </a:defRPr>
    </a:lvl7pPr>
    <a:lvl8pPr indent="677845" latinLnBrk="0">
      <a:defRPr sz="508">
        <a:latin typeface="+mj-lt"/>
        <a:ea typeface="+mj-ea"/>
        <a:cs typeface="+mj-cs"/>
        <a:sym typeface="Calibri"/>
      </a:defRPr>
    </a:lvl8pPr>
    <a:lvl9pPr indent="774680" latinLnBrk="0">
      <a:defRPr sz="508">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Single column">
    <p:bg>
      <p:bgPr>
        <a:solidFill>
          <a:srgbClr val="BB890B"/>
        </a:solidFill>
        <a:effectLst/>
      </p:bgPr>
    </p:bg>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91112869-3EE5-7578-93B0-B85961A78D92}"/>
              </a:ext>
            </a:extLst>
          </p:cNvPr>
          <p:cNvSpPr>
            <a:spLocks noGrp="1"/>
          </p:cNvSpPr>
          <p:nvPr>
            <p:ph type="body" sz="quarter" idx="25" hasCustomPrompt="1"/>
          </p:nvPr>
        </p:nvSpPr>
        <p:spPr>
          <a:xfrm>
            <a:off x="4123570" y="2911485"/>
            <a:ext cx="6704621" cy="893831"/>
          </a:xfrm>
          <a:prstGeom prst="rect">
            <a:avLst/>
          </a:prstGeom>
        </p:spPr>
        <p:txBody>
          <a:bodyPr>
            <a:normAutofit/>
          </a:bodyPr>
          <a:lstStyle>
            <a:lvl1pPr>
              <a:defRPr sz="1401" b="0"/>
            </a:lvl1pPr>
            <a:lvl5pPr>
              <a:defRPr/>
            </a:lvl5pPr>
          </a:lstStyle>
          <a:p>
            <a:pPr lvl="0"/>
            <a:r>
              <a:rPr lang="en-US" dirty="0"/>
              <a:t>Click to add affiliations</a:t>
            </a:r>
          </a:p>
        </p:txBody>
      </p:sp>
      <p:sp>
        <p:nvSpPr>
          <p:cNvPr id="30" name="Text Placeholder 16">
            <a:extLst>
              <a:ext uri="{FF2B5EF4-FFF2-40B4-BE49-F238E27FC236}">
                <a16:creationId xmlns:a16="http://schemas.microsoft.com/office/drawing/2014/main" id="{0C5E84F8-4F24-4D3E-6CB2-1EA96F65C310}"/>
              </a:ext>
            </a:extLst>
          </p:cNvPr>
          <p:cNvSpPr>
            <a:spLocks noGrp="1"/>
          </p:cNvSpPr>
          <p:nvPr>
            <p:ph type="body" sz="quarter" idx="26" hasCustomPrompt="1"/>
          </p:nvPr>
        </p:nvSpPr>
        <p:spPr>
          <a:xfrm>
            <a:off x="4123570" y="351487"/>
            <a:ext cx="6704621" cy="1303287"/>
          </a:xfrm>
          <a:prstGeom prst="rect">
            <a:avLst/>
          </a:prstGeom>
        </p:spPr>
        <p:txBody>
          <a:bodyPr>
            <a:normAutofit/>
          </a:bodyPr>
          <a:lstStyle>
            <a:lvl1pPr>
              <a:defRPr sz="2027" b="1"/>
            </a:lvl1pPr>
            <a:lvl5pPr>
              <a:defRPr/>
            </a:lvl5pPr>
          </a:lstStyle>
          <a:p>
            <a:pPr lvl="0"/>
            <a:r>
              <a:rPr lang="en-US" dirty="0"/>
              <a:t>CLICK TO ADD TITLE</a:t>
            </a:r>
          </a:p>
        </p:txBody>
      </p:sp>
      <p:sp>
        <p:nvSpPr>
          <p:cNvPr id="31" name="Text Placeholder 16">
            <a:extLst>
              <a:ext uri="{FF2B5EF4-FFF2-40B4-BE49-F238E27FC236}">
                <a16:creationId xmlns:a16="http://schemas.microsoft.com/office/drawing/2014/main" id="{15F5AC59-B717-8B10-FF03-0EAFD1698B50}"/>
              </a:ext>
            </a:extLst>
          </p:cNvPr>
          <p:cNvSpPr>
            <a:spLocks noGrp="1"/>
          </p:cNvSpPr>
          <p:nvPr>
            <p:ph type="body" sz="quarter" idx="27" hasCustomPrompt="1"/>
          </p:nvPr>
        </p:nvSpPr>
        <p:spPr>
          <a:xfrm>
            <a:off x="4123570" y="1701462"/>
            <a:ext cx="6704621" cy="1163336"/>
          </a:xfrm>
          <a:prstGeom prst="rect">
            <a:avLst/>
          </a:prstGeom>
        </p:spPr>
        <p:txBody>
          <a:bodyPr>
            <a:normAutofit/>
          </a:bodyPr>
          <a:lstStyle>
            <a:lvl1pPr>
              <a:defRPr sz="1843" b="0"/>
            </a:lvl1pPr>
            <a:lvl5pPr>
              <a:defRPr/>
            </a:lvl5pPr>
          </a:lstStyle>
          <a:p>
            <a:pPr lvl="0"/>
            <a:r>
              <a:rPr lang="en-US" dirty="0"/>
              <a:t>Click to add authors</a:t>
            </a:r>
          </a:p>
        </p:txBody>
      </p:sp>
      <p:sp>
        <p:nvSpPr>
          <p:cNvPr id="32" name="Text Placeholder 23">
            <a:extLst>
              <a:ext uri="{FF2B5EF4-FFF2-40B4-BE49-F238E27FC236}">
                <a16:creationId xmlns:a16="http://schemas.microsoft.com/office/drawing/2014/main" id="{6550E8E2-EB6B-7C12-DA52-5A0AA0A5E79F}"/>
              </a:ext>
            </a:extLst>
          </p:cNvPr>
          <p:cNvSpPr>
            <a:spLocks noGrp="1"/>
          </p:cNvSpPr>
          <p:nvPr>
            <p:ph type="body" sz="quarter" idx="32" hasCustomPrompt="1"/>
          </p:nvPr>
        </p:nvSpPr>
        <p:spPr>
          <a:xfrm>
            <a:off x="527668" y="4247464"/>
            <a:ext cx="10104789" cy="383043"/>
          </a:xfrm>
          <a:prstGeom prst="rect">
            <a:avLst/>
          </a:prstGeom>
        </p:spPr>
        <p:txBody>
          <a:bodyPr anchor="ctr">
            <a:normAutofit/>
          </a:bodyPr>
          <a:lstStyle>
            <a:lvl1pPr algn="ctr">
              <a:defRPr sz="1548" b="1">
                <a:solidFill>
                  <a:srgbClr val="213C8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ADD TITLE</a:t>
            </a:r>
          </a:p>
        </p:txBody>
      </p:sp>
      <p:sp>
        <p:nvSpPr>
          <p:cNvPr id="33" name="Text Placeholder 25">
            <a:extLst>
              <a:ext uri="{FF2B5EF4-FFF2-40B4-BE49-F238E27FC236}">
                <a16:creationId xmlns:a16="http://schemas.microsoft.com/office/drawing/2014/main" id="{C96EADA4-D925-523B-F6F5-5EEF38B81A88}"/>
              </a:ext>
            </a:extLst>
          </p:cNvPr>
          <p:cNvSpPr>
            <a:spLocks noGrp="1"/>
          </p:cNvSpPr>
          <p:nvPr>
            <p:ph type="body" sz="quarter" idx="33" hasCustomPrompt="1"/>
          </p:nvPr>
        </p:nvSpPr>
        <p:spPr>
          <a:xfrm>
            <a:off x="527668" y="4646220"/>
            <a:ext cx="10104789" cy="447149"/>
          </a:xfrm>
          <a:prstGeom prst="rect">
            <a:avLst/>
          </a:prstGeom>
        </p:spPr>
        <p:txBody>
          <a:bodyPr anchor="ctr">
            <a:normAutofit/>
          </a:bodyPr>
          <a:lstStyle>
            <a:lvl1pPr>
              <a:defRPr sz="1106">
                <a:solidFill>
                  <a:schemeClr val="tx1"/>
                </a:solidFill>
              </a:defRPr>
            </a:lvl1pPr>
            <a:lvl2pPr>
              <a:defRPr sz="1180">
                <a:solidFill>
                  <a:schemeClr val="tx1"/>
                </a:solidFill>
              </a:defRPr>
            </a:lvl2pPr>
            <a:lvl3pPr>
              <a:defRPr sz="1180">
                <a:solidFill>
                  <a:schemeClr val="tx1"/>
                </a:solidFill>
              </a:defRPr>
            </a:lvl3pPr>
            <a:lvl4pPr>
              <a:defRPr sz="1180">
                <a:solidFill>
                  <a:schemeClr val="tx1"/>
                </a:solidFill>
              </a:defRPr>
            </a:lvl4pPr>
            <a:lvl5pPr marL="3107716" indent="0">
              <a:buNone/>
              <a:defRPr/>
            </a:lvl5pPr>
          </a:lstStyle>
          <a:p>
            <a:pPr lvl="0"/>
            <a:r>
              <a:rPr lang="en-US" dirty="0"/>
              <a:t>Click to add text</a:t>
            </a:r>
          </a:p>
        </p:txBody>
      </p:sp>
      <p:sp>
        <p:nvSpPr>
          <p:cNvPr id="44" name="Text Placeholder 23">
            <a:extLst>
              <a:ext uri="{FF2B5EF4-FFF2-40B4-BE49-F238E27FC236}">
                <a16:creationId xmlns:a16="http://schemas.microsoft.com/office/drawing/2014/main" id="{5EEF4B74-CC25-637D-8598-AEFB548D8352}"/>
              </a:ext>
            </a:extLst>
          </p:cNvPr>
          <p:cNvSpPr>
            <a:spLocks noGrp="1"/>
          </p:cNvSpPr>
          <p:nvPr>
            <p:ph type="body" sz="quarter" idx="34" hasCustomPrompt="1"/>
          </p:nvPr>
        </p:nvSpPr>
        <p:spPr>
          <a:xfrm>
            <a:off x="527668" y="7255599"/>
            <a:ext cx="10104789" cy="383043"/>
          </a:xfrm>
          <a:prstGeom prst="rect">
            <a:avLst/>
          </a:prstGeom>
        </p:spPr>
        <p:txBody>
          <a:bodyPr anchor="ctr">
            <a:normAutofit/>
          </a:bodyPr>
          <a:lstStyle>
            <a:lvl1pPr algn="ctr">
              <a:defRPr sz="1548" b="1">
                <a:solidFill>
                  <a:srgbClr val="213C8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ADD TITLE</a:t>
            </a:r>
          </a:p>
        </p:txBody>
      </p:sp>
      <p:sp>
        <p:nvSpPr>
          <p:cNvPr id="45" name="Text Placeholder 25">
            <a:extLst>
              <a:ext uri="{FF2B5EF4-FFF2-40B4-BE49-F238E27FC236}">
                <a16:creationId xmlns:a16="http://schemas.microsoft.com/office/drawing/2014/main" id="{ED2FB3ED-BDA7-4526-3848-EA0081A601F5}"/>
              </a:ext>
            </a:extLst>
          </p:cNvPr>
          <p:cNvSpPr>
            <a:spLocks noGrp="1"/>
          </p:cNvSpPr>
          <p:nvPr>
            <p:ph type="body" sz="quarter" idx="35" hasCustomPrompt="1"/>
          </p:nvPr>
        </p:nvSpPr>
        <p:spPr>
          <a:xfrm>
            <a:off x="527668" y="7654355"/>
            <a:ext cx="10104789" cy="447149"/>
          </a:xfrm>
          <a:prstGeom prst="rect">
            <a:avLst/>
          </a:prstGeom>
        </p:spPr>
        <p:txBody>
          <a:bodyPr anchor="ctr">
            <a:normAutofit/>
          </a:bodyPr>
          <a:lstStyle>
            <a:lvl1pPr>
              <a:defRPr sz="1106">
                <a:solidFill>
                  <a:schemeClr val="tx1"/>
                </a:solidFill>
              </a:defRPr>
            </a:lvl1pPr>
            <a:lvl2pPr>
              <a:defRPr sz="1180">
                <a:solidFill>
                  <a:schemeClr val="tx1"/>
                </a:solidFill>
              </a:defRPr>
            </a:lvl2pPr>
            <a:lvl3pPr>
              <a:defRPr sz="1180">
                <a:solidFill>
                  <a:schemeClr val="tx1"/>
                </a:solidFill>
              </a:defRPr>
            </a:lvl3pPr>
            <a:lvl4pPr>
              <a:defRPr sz="1180">
                <a:solidFill>
                  <a:schemeClr val="tx1"/>
                </a:solidFill>
              </a:defRPr>
            </a:lvl4pPr>
            <a:lvl5pPr marL="3107716" indent="0">
              <a:buNone/>
              <a:defRPr/>
            </a:lvl5pPr>
          </a:lstStyle>
          <a:p>
            <a:pPr lvl="0"/>
            <a:r>
              <a:rPr lang="en-US" dirty="0"/>
              <a:t>Click to add text</a:t>
            </a:r>
          </a:p>
        </p:txBody>
      </p:sp>
      <p:sp>
        <p:nvSpPr>
          <p:cNvPr id="46" name="Text Placeholder 23">
            <a:extLst>
              <a:ext uri="{FF2B5EF4-FFF2-40B4-BE49-F238E27FC236}">
                <a16:creationId xmlns:a16="http://schemas.microsoft.com/office/drawing/2014/main" id="{A3933FD0-89DE-DAE5-9E45-13FE20937D48}"/>
              </a:ext>
            </a:extLst>
          </p:cNvPr>
          <p:cNvSpPr>
            <a:spLocks noGrp="1"/>
          </p:cNvSpPr>
          <p:nvPr>
            <p:ph type="body" sz="quarter" idx="36" hasCustomPrompt="1"/>
          </p:nvPr>
        </p:nvSpPr>
        <p:spPr>
          <a:xfrm>
            <a:off x="527668" y="12687885"/>
            <a:ext cx="10104789" cy="383043"/>
          </a:xfrm>
          <a:prstGeom prst="rect">
            <a:avLst/>
          </a:prstGeom>
        </p:spPr>
        <p:txBody>
          <a:bodyPr anchor="ctr">
            <a:normAutofit/>
          </a:bodyPr>
          <a:lstStyle>
            <a:lvl1pPr algn="ctr">
              <a:defRPr sz="1548" b="1">
                <a:solidFill>
                  <a:srgbClr val="213C8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ADD TITLE</a:t>
            </a:r>
          </a:p>
        </p:txBody>
      </p:sp>
      <p:sp>
        <p:nvSpPr>
          <p:cNvPr id="47" name="Text Placeholder 25">
            <a:extLst>
              <a:ext uri="{FF2B5EF4-FFF2-40B4-BE49-F238E27FC236}">
                <a16:creationId xmlns:a16="http://schemas.microsoft.com/office/drawing/2014/main" id="{AD3ED400-919E-188E-16A0-16C84AE052AC}"/>
              </a:ext>
            </a:extLst>
          </p:cNvPr>
          <p:cNvSpPr>
            <a:spLocks noGrp="1"/>
          </p:cNvSpPr>
          <p:nvPr>
            <p:ph type="body" sz="quarter" idx="37" hasCustomPrompt="1"/>
          </p:nvPr>
        </p:nvSpPr>
        <p:spPr>
          <a:xfrm>
            <a:off x="527668" y="13086642"/>
            <a:ext cx="10104789" cy="447149"/>
          </a:xfrm>
          <a:prstGeom prst="rect">
            <a:avLst/>
          </a:prstGeom>
        </p:spPr>
        <p:txBody>
          <a:bodyPr anchor="ctr">
            <a:normAutofit/>
          </a:bodyPr>
          <a:lstStyle>
            <a:lvl1pPr>
              <a:defRPr sz="1106">
                <a:solidFill>
                  <a:schemeClr val="tx1"/>
                </a:solidFill>
              </a:defRPr>
            </a:lvl1pPr>
            <a:lvl2pPr>
              <a:defRPr sz="1180">
                <a:solidFill>
                  <a:schemeClr val="tx1"/>
                </a:solidFill>
              </a:defRPr>
            </a:lvl2pPr>
            <a:lvl3pPr>
              <a:defRPr sz="1180">
                <a:solidFill>
                  <a:schemeClr val="tx1"/>
                </a:solidFill>
              </a:defRPr>
            </a:lvl3pPr>
            <a:lvl4pPr>
              <a:defRPr sz="1180">
                <a:solidFill>
                  <a:schemeClr val="tx1"/>
                </a:solidFill>
              </a:defRPr>
            </a:lvl4pPr>
            <a:lvl5pPr marL="3107716" indent="0">
              <a:buNone/>
              <a:defRPr/>
            </a:lvl5pPr>
          </a:lstStyle>
          <a:p>
            <a:pPr lvl="0"/>
            <a:r>
              <a:rPr lang="en-US" dirty="0"/>
              <a:t>Click to add text</a:t>
            </a:r>
          </a:p>
        </p:txBody>
      </p:sp>
      <p:sp>
        <p:nvSpPr>
          <p:cNvPr id="48" name="Text Placeholder 23">
            <a:extLst>
              <a:ext uri="{FF2B5EF4-FFF2-40B4-BE49-F238E27FC236}">
                <a16:creationId xmlns:a16="http://schemas.microsoft.com/office/drawing/2014/main" id="{337BF8B9-836A-F378-02EC-095BE9930F24}"/>
              </a:ext>
            </a:extLst>
          </p:cNvPr>
          <p:cNvSpPr>
            <a:spLocks noGrp="1"/>
          </p:cNvSpPr>
          <p:nvPr>
            <p:ph type="body" sz="quarter" idx="38" hasCustomPrompt="1"/>
          </p:nvPr>
        </p:nvSpPr>
        <p:spPr>
          <a:xfrm>
            <a:off x="527668" y="15834366"/>
            <a:ext cx="10104789" cy="383043"/>
          </a:xfrm>
          <a:prstGeom prst="rect">
            <a:avLst/>
          </a:prstGeom>
        </p:spPr>
        <p:txBody>
          <a:bodyPr anchor="ctr">
            <a:normAutofit/>
          </a:bodyPr>
          <a:lstStyle>
            <a:lvl1pPr algn="ctr">
              <a:defRPr sz="1548" b="1">
                <a:solidFill>
                  <a:srgbClr val="213C8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ADD TITLE</a:t>
            </a:r>
          </a:p>
        </p:txBody>
      </p:sp>
      <p:sp>
        <p:nvSpPr>
          <p:cNvPr id="49" name="Text Placeholder 25">
            <a:extLst>
              <a:ext uri="{FF2B5EF4-FFF2-40B4-BE49-F238E27FC236}">
                <a16:creationId xmlns:a16="http://schemas.microsoft.com/office/drawing/2014/main" id="{0E79AD40-A8ED-7BF2-83E0-059BAF535C05}"/>
              </a:ext>
            </a:extLst>
          </p:cNvPr>
          <p:cNvSpPr>
            <a:spLocks noGrp="1"/>
          </p:cNvSpPr>
          <p:nvPr>
            <p:ph type="body" sz="quarter" idx="39" hasCustomPrompt="1"/>
          </p:nvPr>
        </p:nvSpPr>
        <p:spPr>
          <a:xfrm>
            <a:off x="527668" y="16233122"/>
            <a:ext cx="10104789" cy="447149"/>
          </a:xfrm>
          <a:prstGeom prst="rect">
            <a:avLst/>
          </a:prstGeom>
        </p:spPr>
        <p:txBody>
          <a:bodyPr anchor="ctr">
            <a:normAutofit/>
          </a:bodyPr>
          <a:lstStyle>
            <a:lvl1pPr>
              <a:defRPr sz="1106">
                <a:solidFill>
                  <a:schemeClr val="tx1"/>
                </a:solidFill>
              </a:defRPr>
            </a:lvl1pPr>
            <a:lvl2pPr>
              <a:defRPr sz="1180">
                <a:solidFill>
                  <a:schemeClr val="tx1"/>
                </a:solidFill>
              </a:defRPr>
            </a:lvl2pPr>
            <a:lvl3pPr>
              <a:defRPr sz="1180">
                <a:solidFill>
                  <a:schemeClr val="tx1"/>
                </a:solidFill>
              </a:defRPr>
            </a:lvl3pPr>
            <a:lvl4pPr>
              <a:defRPr sz="1180">
                <a:solidFill>
                  <a:schemeClr val="tx1"/>
                </a:solidFill>
              </a:defRPr>
            </a:lvl4pPr>
            <a:lvl5pPr marL="3107716" indent="0">
              <a:buNone/>
              <a:defRPr/>
            </a:lvl5pPr>
          </a:lstStyle>
          <a:p>
            <a:pPr lvl="0"/>
            <a:r>
              <a:rPr lang="en-US" dirty="0"/>
              <a:t>Click to add text</a:t>
            </a:r>
          </a:p>
        </p:txBody>
      </p:sp>
      <p:sp>
        <p:nvSpPr>
          <p:cNvPr id="50" name="Text Placeholder 23">
            <a:extLst>
              <a:ext uri="{FF2B5EF4-FFF2-40B4-BE49-F238E27FC236}">
                <a16:creationId xmlns:a16="http://schemas.microsoft.com/office/drawing/2014/main" id="{B1C46E13-97CE-E024-937C-4A9AD0EC2511}"/>
              </a:ext>
            </a:extLst>
          </p:cNvPr>
          <p:cNvSpPr>
            <a:spLocks noGrp="1"/>
          </p:cNvSpPr>
          <p:nvPr>
            <p:ph type="body" sz="quarter" idx="40" hasCustomPrompt="1"/>
          </p:nvPr>
        </p:nvSpPr>
        <p:spPr>
          <a:xfrm>
            <a:off x="527668" y="17644424"/>
            <a:ext cx="10104789" cy="383043"/>
          </a:xfrm>
          <a:prstGeom prst="rect">
            <a:avLst/>
          </a:prstGeom>
        </p:spPr>
        <p:txBody>
          <a:bodyPr anchor="ctr">
            <a:normAutofit/>
          </a:bodyPr>
          <a:lstStyle>
            <a:lvl1pPr algn="ctr">
              <a:defRPr sz="1548" b="1">
                <a:solidFill>
                  <a:srgbClr val="213C8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ADD TITLE</a:t>
            </a:r>
          </a:p>
        </p:txBody>
      </p:sp>
      <p:sp>
        <p:nvSpPr>
          <p:cNvPr id="51" name="Text Placeholder 25">
            <a:extLst>
              <a:ext uri="{FF2B5EF4-FFF2-40B4-BE49-F238E27FC236}">
                <a16:creationId xmlns:a16="http://schemas.microsoft.com/office/drawing/2014/main" id="{2E1BF181-F60D-9E75-8218-BF1996BFE797}"/>
              </a:ext>
            </a:extLst>
          </p:cNvPr>
          <p:cNvSpPr>
            <a:spLocks noGrp="1"/>
          </p:cNvSpPr>
          <p:nvPr>
            <p:ph type="body" sz="quarter" idx="41" hasCustomPrompt="1"/>
          </p:nvPr>
        </p:nvSpPr>
        <p:spPr>
          <a:xfrm>
            <a:off x="527668" y="18043180"/>
            <a:ext cx="10104789" cy="447149"/>
          </a:xfrm>
          <a:prstGeom prst="rect">
            <a:avLst/>
          </a:prstGeom>
        </p:spPr>
        <p:txBody>
          <a:bodyPr anchor="ctr">
            <a:normAutofit/>
          </a:bodyPr>
          <a:lstStyle>
            <a:lvl1pPr>
              <a:defRPr sz="1106">
                <a:solidFill>
                  <a:schemeClr val="tx1"/>
                </a:solidFill>
              </a:defRPr>
            </a:lvl1pPr>
            <a:lvl2pPr>
              <a:defRPr sz="1180">
                <a:solidFill>
                  <a:schemeClr val="tx1"/>
                </a:solidFill>
              </a:defRPr>
            </a:lvl2pPr>
            <a:lvl3pPr>
              <a:defRPr sz="1180">
                <a:solidFill>
                  <a:schemeClr val="tx1"/>
                </a:solidFill>
              </a:defRPr>
            </a:lvl3pPr>
            <a:lvl4pPr>
              <a:defRPr sz="1180">
                <a:solidFill>
                  <a:schemeClr val="tx1"/>
                </a:solidFill>
              </a:defRPr>
            </a:lvl4pPr>
            <a:lvl5pPr marL="3107716" indent="0">
              <a:buNone/>
              <a:defRPr/>
            </a:lvl5pPr>
          </a:lstStyle>
          <a:p>
            <a:pPr lvl="0"/>
            <a:r>
              <a:rPr lang="en-US" dirty="0"/>
              <a:t>Click to add text</a:t>
            </a: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Two columns">
    <p:spTree>
      <p:nvGrpSpPr>
        <p:cNvPr id="1" name=""/>
        <p:cNvGrpSpPr/>
        <p:nvPr/>
      </p:nvGrpSpPr>
      <p:grpSpPr>
        <a:xfrm>
          <a:off x="0" y="0"/>
          <a:ext cx="0" cy="0"/>
          <a:chOff x="0" y="0"/>
          <a:chExt cx="0" cy="0"/>
        </a:xfrm>
      </p:grpSpPr>
      <p:sp>
        <p:nvSpPr>
          <p:cNvPr id="40" name="Rectángulo redondeado 3"/>
          <p:cNvSpPr/>
          <p:nvPr/>
        </p:nvSpPr>
        <p:spPr>
          <a:xfrm>
            <a:off x="5759252" y="3946787"/>
            <a:ext cx="5102310" cy="15474202"/>
          </a:xfrm>
          <a:prstGeom prst="roundRect">
            <a:avLst>
              <a:gd name="adj" fmla="val 2853"/>
            </a:avLst>
          </a:prstGeom>
          <a:solidFill>
            <a:srgbClr val="FFFFFF"/>
          </a:solidFill>
          <a:ln w="12700">
            <a:miter lim="400000"/>
          </a:ln>
        </p:spPr>
        <p:txBody>
          <a:bodyPr lIns="16852" rIns="16852" anchor="ctr"/>
          <a:lstStyle/>
          <a:p>
            <a:pPr algn="ctr"/>
            <a:endParaRPr sz="468"/>
          </a:p>
        </p:txBody>
      </p:sp>
      <p:sp>
        <p:nvSpPr>
          <p:cNvPr id="41" name="Rectángulo redondeado 3"/>
          <p:cNvSpPr/>
          <p:nvPr/>
        </p:nvSpPr>
        <p:spPr>
          <a:xfrm>
            <a:off x="317287" y="3946787"/>
            <a:ext cx="5102310" cy="15474202"/>
          </a:xfrm>
          <a:prstGeom prst="roundRect">
            <a:avLst>
              <a:gd name="adj" fmla="val 2853"/>
            </a:avLst>
          </a:prstGeom>
          <a:solidFill>
            <a:srgbClr val="FFFFFF"/>
          </a:solidFill>
          <a:ln w="12700">
            <a:miter lim="400000"/>
          </a:ln>
        </p:spPr>
        <p:txBody>
          <a:bodyPr lIns="16852" rIns="16852" anchor="ctr"/>
          <a:lstStyle/>
          <a:p>
            <a:pPr algn="ctr"/>
            <a:endParaRPr sz="468"/>
          </a:p>
        </p:txBody>
      </p:sp>
      <p:sp>
        <p:nvSpPr>
          <p:cNvPr id="58" name="(—THIS SIDEBAR DOES NOT PRINT—)…"/>
          <p:cNvSpPr txBox="1"/>
          <p:nvPr/>
        </p:nvSpPr>
        <p:spPr>
          <a:xfrm>
            <a:off x="-4642236" y="-65504"/>
            <a:ext cx="4515103" cy="14975590"/>
          </a:xfrm>
          <a:prstGeom prst="rect">
            <a:avLst/>
          </a:prstGeom>
          <a:solidFill>
            <a:srgbClr val="E7D4B3"/>
          </a:solidFill>
          <a:ln w="9525" cap="flat">
            <a:solidFill>
              <a:srgbClr val="46AAC4"/>
            </a:solidFill>
            <a:prstDash val="solid"/>
            <a:round/>
          </a:ln>
          <a:effectLst>
            <a:outerShdw blurRad="38100" dist="23000" dir="5400000" rotWithShape="0">
              <a:srgbClr val="000000">
                <a:alpha val="35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40438" tIns="140438" rIns="140438" bIns="140438" numCol="1" anchor="t">
            <a:spAutoFit/>
          </a:bodyPr>
          <a:lstStyle/>
          <a:p>
            <a:pPr>
              <a:defRPr sz="4100">
                <a:solidFill>
                  <a:srgbClr val="FFFFFF"/>
                </a:solidFill>
              </a:defRPr>
            </a:pPr>
            <a:r>
              <a:rPr lang="en-US" sz="1511" b="1" dirty="0">
                <a:solidFill>
                  <a:schemeClr val="tx1"/>
                </a:solidFill>
              </a:rPr>
              <a:t>(—THIS SIDEBAR DOES NOT PRINT—)</a:t>
            </a:r>
          </a:p>
          <a:p>
            <a:pPr>
              <a:defRPr sz="4100">
                <a:solidFill>
                  <a:srgbClr val="FFFFFF"/>
                </a:solidFill>
              </a:defRPr>
            </a:pPr>
            <a:endParaRPr lang="en-US" sz="1800" dirty="0"/>
          </a:p>
          <a:p>
            <a:pPr marL="0" marR="0" lvl="0" indent="0" algn="l" defTabSz="1785714" rtl="0" eaLnBrk="1" fontAlgn="auto" latinLnBrk="0" hangingPunct="0">
              <a:lnSpc>
                <a:spcPct val="100000"/>
              </a:lnSpc>
              <a:spcBef>
                <a:spcPts val="297"/>
              </a:spcBef>
              <a:spcAft>
                <a:spcPts val="0"/>
              </a:spcAft>
              <a:buClrTx/>
              <a:buSzTx/>
              <a:buFontTx/>
              <a:buNone/>
              <a:tabLst/>
              <a:defRPr sz="4100">
                <a:solidFill>
                  <a:srgbClr val="FFFFFF"/>
                </a:solidFill>
              </a:defRPr>
            </a:pPr>
            <a:r>
              <a:rPr lang="en-US" sz="1800" b="1" dirty="0">
                <a:solidFill>
                  <a:schemeClr val="tx1"/>
                </a:solidFill>
              </a:rPr>
              <a:t>QUICK START</a:t>
            </a:r>
          </a:p>
          <a:p>
            <a:pPr>
              <a:defRPr sz="4100">
                <a:solidFill>
                  <a:srgbClr val="FFFFFF"/>
                </a:solidFill>
              </a:defRPr>
            </a:pPr>
            <a:endParaRPr lang="en-US" sz="1800" dirty="0">
              <a:solidFill>
                <a:schemeClr val="tx1"/>
              </a:solidFill>
            </a:endParaRPr>
          </a:p>
          <a:p>
            <a:pPr>
              <a:defRPr sz="4100">
                <a:solidFill>
                  <a:srgbClr val="FFFFFF"/>
                </a:solidFill>
              </a:defRPr>
            </a:pPr>
            <a:br>
              <a:rPr lang="en-US" sz="1800" dirty="0">
                <a:solidFill>
                  <a:schemeClr val="tx1"/>
                </a:solidFill>
              </a:rPr>
            </a:br>
            <a:r>
              <a:rPr lang="en-US" sz="1800" b="1" u="sng" dirty="0">
                <a:solidFill>
                  <a:schemeClr val="tx1"/>
                </a:solidFill>
              </a:rPr>
              <a:t>DESIGN GUIDE</a:t>
            </a:r>
          </a:p>
          <a:p>
            <a:pPr>
              <a:defRPr sz="4100">
                <a:solidFill>
                  <a:srgbClr val="FFFFFF"/>
                </a:solidFill>
              </a:defRPr>
            </a:pPr>
            <a:r>
              <a:rPr lang="en-US" sz="1800" dirty="0">
                <a:solidFill>
                  <a:schemeClr val="tx1"/>
                </a:solidFill>
              </a:rPr>
              <a:t>This PowerPoint template produces an </a:t>
            </a:r>
            <a:r>
              <a:rPr lang="en-US" sz="1800" dirty="0" err="1">
                <a:solidFill>
                  <a:schemeClr val="tx1"/>
                </a:solidFill>
              </a:rPr>
              <a:t>ePoster</a:t>
            </a:r>
            <a:r>
              <a:rPr lang="en-US" sz="1800" dirty="0">
                <a:solidFill>
                  <a:schemeClr val="tx1"/>
                </a:solidFill>
              </a:rPr>
              <a:t>  (31.41cm x 55.85cm). You can use it to create your poster that will be displayed in the IHPBA 2026 </a:t>
            </a:r>
            <a:r>
              <a:rPr lang="en-US" sz="1800" dirty="0" err="1">
                <a:solidFill>
                  <a:schemeClr val="tx1"/>
                </a:solidFill>
              </a:rPr>
              <a:t>ePoster</a:t>
            </a:r>
            <a:r>
              <a:rPr lang="en-US" sz="1800" dirty="0">
                <a:solidFill>
                  <a:schemeClr val="tx1"/>
                </a:solidFill>
              </a:rPr>
              <a:t> Gallery. This template will save valuable time placing titles, subtitles, text, and graphics, and it will allow for consistency throughout the </a:t>
            </a:r>
            <a:r>
              <a:rPr lang="en-US" sz="1800" dirty="0" err="1">
                <a:solidFill>
                  <a:schemeClr val="tx1"/>
                </a:solidFill>
              </a:rPr>
              <a:t>ePoster</a:t>
            </a:r>
            <a:r>
              <a:rPr lang="en-US" sz="1800" dirty="0">
                <a:solidFill>
                  <a:schemeClr val="tx1"/>
                </a:solidFill>
              </a:rPr>
              <a:t> gallery.</a:t>
            </a:r>
          </a:p>
          <a:p>
            <a:pPr>
              <a:defRPr sz="4100">
                <a:solidFill>
                  <a:srgbClr val="FFFFFF"/>
                </a:solidFill>
              </a:defRPr>
            </a:pPr>
            <a:endParaRPr lang="en-US" sz="1800" dirty="0">
              <a:solidFill>
                <a:schemeClr val="tx1"/>
              </a:solidFill>
            </a:endParaRPr>
          </a:p>
          <a:p>
            <a:pPr>
              <a:defRPr sz="4100">
                <a:solidFill>
                  <a:srgbClr val="FFFFFF"/>
                </a:solidFill>
              </a:defRPr>
            </a:pPr>
            <a:r>
              <a:rPr lang="en-US" sz="1800" b="1" u="sng" dirty="0">
                <a:solidFill>
                  <a:schemeClr val="tx1"/>
                </a:solidFill>
              </a:rPr>
              <a:t>SELECT DESIRED LAYOUT</a:t>
            </a:r>
          </a:p>
          <a:p>
            <a:pPr>
              <a:defRPr sz="4100">
                <a:solidFill>
                  <a:srgbClr val="FFFFFF"/>
                </a:solidFill>
              </a:defRPr>
            </a:pPr>
            <a:r>
              <a:rPr lang="en-US" sz="1800" dirty="0">
                <a:solidFill>
                  <a:schemeClr val="tx1"/>
                </a:solidFill>
              </a:rPr>
              <a:t>When designing your own poster, you will be able to choose between the two proposed  layouts - the single or the double column - according to the information you will have to present. Simply click on the slide&gt;layout: office theme, single column or double column</a:t>
            </a:r>
            <a:br>
              <a:rPr lang="en-US" sz="1800" dirty="0">
                <a:solidFill>
                  <a:schemeClr val="tx1"/>
                </a:solidFill>
              </a:rPr>
            </a:br>
            <a:br>
              <a:rPr lang="en-US" sz="1800" dirty="0">
                <a:solidFill>
                  <a:schemeClr val="tx1"/>
                </a:solidFill>
              </a:rPr>
            </a:br>
            <a:r>
              <a:rPr lang="en-US" sz="1800" dirty="0">
                <a:solidFill>
                  <a:schemeClr val="tx1"/>
                </a:solidFill>
              </a:rPr>
              <a:t>Your </a:t>
            </a:r>
            <a:r>
              <a:rPr lang="en-US" sz="1800" dirty="0" err="1">
                <a:solidFill>
                  <a:schemeClr val="tx1"/>
                </a:solidFill>
              </a:rPr>
              <a:t>ePoster</a:t>
            </a:r>
            <a:r>
              <a:rPr lang="en-US" sz="1800" dirty="0">
                <a:solidFill>
                  <a:schemeClr val="tx1"/>
                </a:solidFill>
              </a:rPr>
              <a:t> must be in portrait orientation with a MAXIMUM of ONE page only.</a:t>
            </a:r>
            <a:br>
              <a:rPr lang="en-US" sz="1800" dirty="0">
                <a:solidFill>
                  <a:schemeClr val="tx1"/>
                </a:solidFill>
              </a:rPr>
            </a:br>
            <a:br>
              <a:rPr lang="en-US" sz="1800" dirty="0">
                <a:solidFill>
                  <a:schemeClr val="tx1"/>
                </a:solidFill>
              </a:rPr>
            </a:br>
            <a:r>
              <a:rPr lang="en-US" sz="1800" dirty="0">
                <a:solidFill>
                  <a:schemeClr val="tx1"/>
                </a:solidFill>
              </a:rPr>
              <a:t>Delete the slide layout you do not require.</a:t>
            </a:r>
          </a:p>
          <a:p>
            <a:pPr>
              <a:defRPr sz="4100">
                <a:solidFill>
                  <a:srgbClr val="FFFFFF"/>
                </a:solidFill>
              </a:defRPr>
            </a:pPr>
            <a:endParaRPr lang="en-US" sz="1800" b="1" u="sng" dirty="0">
              <a:solidFill>
                <a:schemeClr val="tx1"/>
              </a:solidFill>
            </a:endParaRPr>
          </a:p>
          <a:p>
            <a:pPr>
              <a:defRPr sz="4100">
                <a:solidFill>
                  <a:srgbClr val="FFFFFF"/>
                </a:solidFill>
              </a:defRPr>
            </a:pPr>
            <a:r>
              <a:rPr lang="en-US" sz="1800" b="1" u="sng" dirty="0">
                <a:solidFill>
                  <a:schemeClr val="tx1"/>
                </a:solidFill>
              </a:rPr>
              <a:t>TITLE, AUTHORS, AND AFFILIATIONS</a:t>
            </a:r>
          </a:p>
          <a:p>
            <a:pPr>
              <a:defRPr sz="4100">
                <a:solidFill>
                  <a:srgbClr val="FFFFFF"/>
                </a:solidFill>
              </a:defRPr>
            </a:pPr>
            <a:r>
              <a:rPr lang="en-US" sz="1800" dirty="0">
                <a:solidFill>
                  <a:schemeClr val="tx1"/>
                </a:solidFill>
              </a:rPr>
              <a:t>Start designing your poster by adding the title of your work, the names of the authors, and the affiliated institutions. This information should be the exact same as what you submitted - no changes are permitted.</a:t>
            </a:r>
          </a:p>
          <a:p>
            <a:pPr>
              <a:defRPr sz="4100">
                <a:solidFill>
                  <a:srgbClr val="FFFFFF"/>
                </a:solidFill>
              </a:defRPr>
            </a:pPr>
            <a:endParaRPr lang="en-US" sz="1800" b="1" u="sng" dirty="0">
              <a:solidFill>
                <a:schemeClr val="tx1"/>
              </a:solidFill>
            </a:endParaRPr>
          </a:p>
          <a:p>
            <a:pPr>
              <a:defRPr sz="4100">
                <a:solidFill>
                  <a:srgbClr val="FFFFFF"/>
                </a:solidFill>
              </a:defRPr>
            </a:pPr>
            <a:r>
              <a:rPr lang="en-US" sz="1800" b="1" u="sng" dirty="0">
                <a:solidFill>
                  <a:schemeClr val="tx1"/>
                </a:solidFill>
              </a:rPr>
              <a:t>FONTS</a:t>
            </a:r>
          </a:p>
          <a:p>
            <a:pPr>
              <a:defRPr sz="4100">
                <a:solidFill>
                  <a:srgbClr val="FFFFFF"/>
                </a:solidFill>
              </a:defRPr>
            </a:pPr>
            <a:r>
              <a:rPr lang="en-US" sz="1800" dirty="0">
                <a:solidFill>
                  <a:schemeClr val="tx1"/>
                </a:solidFill>
              </a:rPr>
              <a:t>Fonts permitted are Arial, Helvetica, Calibri, Verdana, Symbol or Times New Roman.  Other fonts may lead to an error message.</a:t>
            </a:r>
            <a:br>
              <a:rPr lang="en-US" sz="1800" dirty="0">
                <a:solidFill>
                  <a:schemeClr val="tx1"/>
                </a:solidFill>
              </a:rPr>
            </a:br>
            <a:endParaRPr lang="en-US" sz="1800" dirty="0">
              <a:solidFill>
                <a:schemeClr val="tx1"/>
              </a:solidFill>
            </a:endParaRPr>
          </a:p>
          <a:p>
            <a:pPr>
              <a:defRPr sz="4100">
                <a:solidFill>
                  <a:srgbClr val="FFFFFF"/>
                </a:solidFill>
              </a:defRPr>
            </a:pPr>
            <a:r>
              <a:rPr lang="en-US" sz="1800" b="1" u="sng" dirty="0">
                <a:solidFill>
                  <a:schemeClr val="tx1"/>
                </a:solidFill>
              </a:rPr>
              <a:t>FONT and TEXT SIZE </a:t>
            </a:r>
          </a:p>
          <a:p>
            <a:pPr>
              <a:defRPr sz="4100">
                <a:solidFill>
                  <a:srgbClr val="FFFFFF"/>
                </a:solidFill>
              </a:defRPr>
            </a:pPr>
            <a:r>
              <a:rPr lang="en-US" sz="1800" dirty="0">
                <a:solidFill>
                  <a:schemeClr val="tx1"/>
                </a:solidFill>
              </a:rPr>
              <a:t>Adjust the size of your text based on how much content you have to present. The default template text offers a good starting point but can be adjusted to meet your own requirements.</a:t>
            </a:r>
          </a:p>
          <a:p>
            <a:pPr>
              <a:defRPr sz="4100">
                <a:solidFill>
                  <a:srgbClr val="FFFFFF"/>
                </a:solidFill>
              </a:defRPr>
            </a:pPr>
            <a:endParaRPr lang="en-US" sz="1511" dirty="0"/>
          </a:p>
        </p:txBody>
      </p:sp>
      <p:sp>
        <p:nvSpPr>
          <p:cNvPr id="61" name="(—THIS SIDEBAR DOES NOT PRINT—)…"/>
          <p:cNvSpPr txBox="1"/>
          <p:nvPr/>
        </p:nvSpPr>
        <p:spPr>
          <a:xfrm>
            <a:off x="11287258" y="-28245"/>
            <a:ext cx="4528230" cy="14903006"/>
          </a:xfrm>
          <a:prstGeom prst="rect">
            <a:avLst/>
          </a:prstGeom>
          <a:solidFill>
            <a:srgbClr val="E7D4B3"/>
          </a:solidFill>
          <a:ln w="9525" cap="flat">
            <a:solidFill>
              <a:srgbClr val="46AAC4"/>
            </a:solidFill>
            <a:prstDash val="solid"/>
            <a:round/>
          </a:ln>
          <a:effectLst>
            <a:outerShdw blurRad="38100" dist="23000" dir="5400000" rotWithShape="0">
              <a:srgbClr val="000000">
                <a:alpha val="35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40438" tIns="140438" rIns="140438" bIns="140438" numCol="1" anchor="t">
            <a:spAutoFit/>
          </a:bodyPr>
          <a:lstStyle/>
          <a:p>
            <a:pPr>
              <a:defRPr sz="4100">
                <a:solidFill>
                  <a:srgbClr val="FFFFFF"/>
                </a:solidFill>
              </a:defRPr>
            </a:pPr>
            <a:r>
              <a:rPr sz="1800" b="1" dirty="0">
                <a:solidFill>
                  <a:schemeClr val="tx1"/>
                </a:solidFill>
              </a:rPr>
              <a:t>(—THIS SIDEBAR DOES NOT PRINT—)</a:t>
            </a:r>
          </a:p>
          <a:p>
            <a:pPr>
              <a:defRPr sz="4100">
                <a:solidFill>
                  <a:srgbClr val="FFFFFF"/>
                </a:solidFill>
              </a:defRPr>
            </a:pPr>
            <a:endParaRPr sz="1800" dirty="0">
              <a:solidFill>
                <a:schemeClr val="tx1"/>
              </a:solidFill>
            </a:endParaRPr>
          </a:p>
          <a:p>
            <a:pPr>
              <a:defRPr sz="4100">
                <a:solidFill>
                  <a:srgbClr val="FFFFFF"/>
                </a:solidFill>
              </a:defRPr>
            </a:pPr>
            <a:r>
              <a:rPr lang="en-US" sz="1800" b="1" u="sng" dirty="0">
                <a:solidFill>
                  <a:schemeClr val="tx1"/>
                </a:solidFill>
              </a:rPr>
              <a:t>QUICK START (cont.)</a:t>
            </a:r>
          </a:p>
          <a:p>
            <a:pPr>
              <a:defRPr sz="4100">
                <a:solidFill>
                  <a:srgbClr val="FFFFFF"/>
                </a:solidFill>
              </a:defRPr>
            </a:pPr>
            <a:endParaRPr lang="en-US" sz="1800" dirty="0">
              <a:solidFill>
                <a:schemeClr val="tx1"/>
              </a:solidFill>
            </a:endParaRPr>
          </a:p>
          <a:p>
            <a:pPr>
              <a:defRPr sz="4100">
                <a:solidFill>
                  <a:srgbClr val="FFFFFF"/>
                </a:solidFill>
              </a:defRPr>
            </a:pPr>
            <a:endParaRPr lang="en-US" sz="1800" b="1" u="sng" dirty="0">
              <a:solidFill>
                <a:schemeClr val="tx1"/>
              </a:solidFill>
            </a:endParaRPr>
          </a:p>
          <a:p>
            <a:pPr>
              <a:defRPr sz="4100">
                <a:solidFill>
                  <a:srgbClr val="FFFFFF"/>
                </a:solidFill>
              </a:defRPr>
            </a:pPr>
            <a:r>
              <a:rPr lang="en-US" sz="1800" b="1" u="sng" dirty="0">
                <a:solidFill>
                  <a:schemeClr val="tx1"/>
                </a:solidFill>
              </a:rPr>
              <a:t>PHOTOGRAPHS / GRAPHICS</a:t>
            </a:r>
          </a:p>
          <a:p>
            <a:pPr>
              <a:defRPr sz="4100">
                <a:solidFill>
                  <a:srgbClr val="FFFFFF"/>
                </a:solidFill>
              </a:defRPr>
            </a:pPr>
            <a:r>
              <a:rPr lang="en-US" sz="1800" dirty="0">
                <a:solidFill>
                  <a:schemeClr val="tx1"/>
                </a:solidFill>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disproportionally. The image and/or graphic captions should be centered.</a:t>
            </a:r>
          </a:p>
          <a:p>
            <a:pPr>
              <a:defRPr sz="4100">
                <a:solidFill>
                  <a:srgbClr val="FFFFFF"/>
                </a:solidFill>
              </a:defRPr>
            </a:pPr>
            <a:endParaRPr lang="en-US" sz="1800" b="1" u="sng" dirty="0">
              <a:solidFill>
                <a:schemeClr val="tx1"/>
              </a:solidFill>
            </a:endParaRPr>
          </a:p>
          <a:p>
            <a:pPr>
              <a:defRPr sz="4100">
                <a:solidFill>
                  <a:srgbClr val="FFFFFF"/>
                </a:solidFill>
              </a:defRPr>
            </a:pPr>
            <a:r>
              <a:rPr lang="en-US" sz="1800" b="1" u="sng" dirty="0">
                <a:solidFill>
                  <a:schemeClr val="tx1"/>
                </a:solidFill>
              </a:rPr>
              <a:t>ADDING LOGOS</a:t>
            </a:r>
          </a:p>
          <a:p>
            <a:pPr>
              <a:defRPr sz="4100">
                <a:solidFill>
                  <a:srgbClr val="FFFFFF"/>
                </a:solidFill>
              </a:defRPr>
            </a:pPr>
            <a:r>
              <a:rPr lang="en-US" sz="1800" dirty="0">
                <a:solidFill>
                  <a:schemeClr val="tx1"/>
                </a:solidFill>
              </a:rPr>
              <a:t>Do not remove the IHPBA 2026 logo. You can insert your institutions logo where applicable in the </a:t>
            </a:r>
            <a:r>
              <a:rPr lang="en-US" sz="1800" dirty="0" err="1">
                <a:solidFill>
                  <a:schemeClr val="tx1"/>
                </a:solidFill>
              </a:rPr>
              <a:t>ePoster</a:t>
            </a:r>
            <a:r>
              <a:rPr lang="en-US" sz="1800" dirty="0">
                <a:solidFill>
                  <a:schemeClr val="tx1"/>
                </a:solidFill>
              </a:rPr>
              <a:t> as long as it does not cover up the IHPBA 2026 logo. Logos taken from web sites are likely to be low quality.  Zoom in at 100% to see what the logo will look like on the final </a:t>
            </a:r>
            <a:r>
              <a:rPr lang="en-US" sz="1800" dirty="0" err="1">
                <a:solidFill>
                  <a:schemeClr val="tx1"/>
                </a:solidFill>
              </a:rPr>
              <a:t>ePoster</a:t>
            </a:r>
            <a:r>
              <a:rPr lang="en-US" sz="1800" dirty="0">
                <a:solidFill>
                  <a:schemeClr val="tx1"/>
                </a:solidFill>
              </a:rPr>
              <a:t> and make any necessary adjustments. Use the white version of the logo if added on top of the purple space.</a:t>
            </a:r>
          </a:p>
          <a:p>
            <a:pPr>
              <a:defRPr sz="4100">
                <a:solidFill>
                  <a:srgbClr val="FFFFFF"/>
                </a:solidFill>
              </a:defRPr>
            </a:pPr>
            <a:endParaRPr lang="en-US" sz="1800" dirty="0">
              <a:solidFill>
                <a:schemeClr val="tx1"/>
              </a:solidFill>
            </a:endParaRPr>
          </a:p>
          <a:p>
            <a:pPr>
              <a:defRPr sz="4100">
                <a:solidFill>
                  <a:srgbClr val="FFFFFF"/>
                </a:solidFill>
              </a:defRPr>
            </a:pPr>
            <a:r>
              <a:rPr lang="en-US" sz="1800" b="1" u="sng" dirty="0">
                <a:solidFill>
                  <a:schemeClr val="tx1"/>
                </a:solidFill>
              </a:rPr>
              <a:t>IMAGE QUALITY CHECK</a:t>
            </a:r>
          </a:p>
          <a:p>
            <a:pPr>
              <a:defRPr sz="4100">
                <a:solidFill>
                  <a:srgbClr val="FFFFFF"/>
                </a:solidFill>
              </a:defRPr>
            </a:pPr>
            <a:r>
              <a:rPr lang="en-US" sz="1800" dirty="0">
                <a:solidFill>
                  <a:schemeClr val="tx1"/>
                </a:solidFill>
              </a:rPr>
              <a:t>Zoom in and look at your images at 100% magnification. If they look good, they will upload well. </a:t>
            </a:r>
          </a:p>
          <a:p>
            <a:pPr>
              <a:defRPr sz="4100">
                <a:solidFill>
                  <a:srgbClr val="FFFFFF"/>
                </a:solidFill>
              </a:defRPr>
            </a:pPr>
            <a:endParaRPr lang="en-US" sz="1800" dirty="0">
              <a:solidFill>
                <a:schemeClr val="tx1"/>
              </a:solidFill>
            </a:endParaRPr>
          </a:p>
          <a:p>
            <a:pPr>
              <a:defRPr sz="4100">
                <a:solidFill>
                  <a:srgbClr val="FFFFFF"/>
                </a:solidFill>
              </a:defRPr>
            </a:pPr>
            <a:r>
              <a:rPr lang="en-US" sz="1800" b="1" u="sng" dirty="0">
                <a:solidFill>
                  <a:schemeClr val="tx1"/>
                </a:solidFill>
              </a:rPr>
              <a:t>SAVE YOUR WORK</a:t>
            </a:r>
          </a:p>
          <a:p>
            <a:pPr>
              <a:defRPr sz="4100">
                <a:solidFill>
                  <a:srgbClr val="FFFFFF"/>
                </a:solidFill>
              </a:defRPr>
            </a:pPr>
            <a:r>
              <a:rPr lang="en-US" sz="1800" dirty="0">
                <a:solidFill>
                  <a:schemeClr val="tx1"/>
                </a:solidFill>
              </a:rPr>
              <a:t>To save your poster as a PDF document (.pdf).</a:t>
            </a:r>
          </a:p>
          <a:p>
            <a:pPr>
              <a:defRPr sz="4100">
                <a:solidFill>
                  <a:srgbClr val="FFFFFF"/>
                </a:solidFill>
              </a:defRPr>
            </a:pPr>
            <a:r>
              <a:rPr lang="en-US" sz="1800" dirty="0">
                <a:solidFill>
                  <a:schemeClr val="tx1"/>
                </a:solidFill>
              </a:rPr>
              <a:t>File &gt; save as &gt; PDF.</a:t>
            </a:r>
          </a:p>
          <a:p>
            <a:pPr>
              <a:defRPr sz="4100">
                <a:solidFill>
                  <a:srgbClr val="FFFFFF"/>
                </a:solidFill>
              </a:defRPr>
            </a:pPr>
            <a:r>
              <a:rPr lang="en-US" sz="1800" dirty="0">
                <a:solidFill>
                  <a:schemeClr val="tx1"/>
                </a:solidFill>
              </a:rPr>
              <a:t>You may also save and upload as a PowerPoint slide (PPT, PPTX). </a:t>
            </a:r>
            <a:br>
              <a:rPr lang="en-US" sz="1800" dirty="0">
                <a:solidFill>
                  <a:schemeClr val="tx1"/>
                </a:solidFill>
              </a:rPr>
            </a:br>
            <a:endParaRPr lang="en-US" sz="1800" dirty="0">
              <a:solidFill>
                <a:schemeClr val="tx1"/>
              </a:solidFill>
            </a:endParaRPr>
          </a:p>
          <a:p>
            <a:pPr>
              <a:defRPr sz="4100">
                <a:solidFill>
                  <a:srgbClr val="FFFFFF"/>
                </a:solidFill>
              </a:defRPr>
            </a:pPr>
            <a:r>
              <a:rPr lang="en-US" sz="1800" b="1" dirty="0">
                <a:solidFill>
                  <a:schemeClr val="tx1"/>
                </a:solidFill>
              </a:rPr>
              <a:t>UPLOAD YOUR EPOSTER</a:t>
            </a:r>
          </a:p>
          <a:p>
            <a:pPr>
              <a:defRPr sz="4100">
                <a:solidFill>
                  <a:srgbClr val="FFFFFF"/>
                </a:solidFill>
              </a:defRPr>
            </a:pPr>
            <a:r>
              <a:rPr lang="en-US" sz="1800" dirty="0">
                <a:solidFill>
                  <a:schemeClr val="tx1"/>
                </a:solidFill>
              </a:rPr>
              <a:t>The </a:t>
            </a:r>
            <a:r>
              <a:rPr lang="en-US" sz="1800" dirty="0" err="1">
                <a:solidFill>
                  <a:schemeClr val="tx1"/>
                </a:solidFill>
              </a:rPr>
              <a:t>ePoster</a:t>
            </a:r>
            <a:r>
              <a:rPr lang="en-US" sz="1800" dirty="0">
                <a:solidFill>
                  <a:schemeClr val="tx1"/>
                </a:solidFill>
              </a:rPr>
              <a:t> upload system opens </a:t>
            </a:r>
            <a:r>
              <a:rPr lang="en-US" sz="1800" b="1" dirty="0">
                <a:solidFill>
                  <a:srgbClr val="FF0000"/>
                </a:solidFill>
              </a:rPr>
              <a:t>18 August 2026</a:t>
            </a:r>
            <a:r>
              <a:rPr lang="en-US" sz="1800" dirty="0">
                <a:solidFill>
                  <a:schemeClr val="tx1"/>
                </a:solidFill>
              </a:rPr>
              <a:t>.  Prior to that date, the presenting author will receive a </a:t>
            </a:r>
            <a:r>
              <a:rPr lang="en-US" sz="1800" dirty="0" err="1">
                <a:solidFill>
                  <a:schemeClr val="tx1"/>
                </a:solidFill>
              </a:rPr>
              <a:t>personalised</a:t>
            </a:r>
            <a:r>
              <a:rPr lang="en-US" sz="1800" dirty="0">
                <a:solidFill>
                  <a:schemeClr val="tx1"/>
                </a:solidFill>
              </a:rPr>
              <a:t> link to upload their </a:t>
            </a:r>
            <a:r>
              <a:rPr lang="en-US" sz="1800" dirty="0" err="1">
                <a:solidFill>
                  <a:schemeClr val="tx1"/>
                </a:solidFill>
              </a:rPr>
              <a:t>ePoster</a:t>
            </a:r>
            <a:br>
              <a:rPr lang="en-US" sz="1800" dirty="0">
                <a:solidFill>
                  <a:schemeClr val="tx1"/>
                </a:solidFill>
              </a:rPr>
            </a:br>
            <a:br>
              <a:rPr lang="en-US" sz="1800" dirty="0">
                <a:solidFill>
                  <a:schemeClr val="tx1"/>
                </a:solidFill>
              </a:rPr>
            </a:br>
            <a:br>
              <a:rPr lang="en-US" sz="1800" dirty="0">
                <a:solidFill>
                  <a:schemeClr val="tx1"/>
                </a:solidFill>
              </a:rPr>
            </a:br>
            <a:r>
              <a:rPr lang="en-US" sz="1800" dirty="0">
                <a:solidFill>
                  <a:schemeClr val="tx1"/>
                </a:solidFill>
              </a:rPr>
              <a:t>THANK YOU!</a:t>
            </a:r>
          </a:p>
        </p:txBody>
      </p:sp>
      <p:sp>
        <p:nvSpPr>
          <p:cNvPr id="20" name="Text Placeholder 16">
            <a:extLst>
              <a:ext uri="{FF2B5EF4-FFF2-40B4-BE49-F238E27FC236}">
                <a16:creationId xmlns:a16="http://schemas.microsoft.com/office/drawing/2014/main" id="{BB18007D-A057-6DE5-F43C-09F6E3887E27}"/>
              </a:ext>
            </a:extLst>
          </p:cNvPr>
          <p:cNvSpPr>
            <a:spLocks noGrp="1"/>
          </p:cNvSpPr>
          <p:nvPr>
            <p:ph type="body" sz="quarter" idx="25" hasCustomPrompt="1"/>
          </p:nvPr>
        </p:nvSpPr>
        <p:spPr>
          <a:xfrm>
            <a:off x="4156941" y="2911063"/>
            <a:ext cx="6704621" cy="893831"/>
          </a:xfrm>
          <a:prstGeom prst="rect">
            <a:avLst/>
          </a:prstGeom>
        </p:spPr>
        <p:txBody>
          <a:bodyPr>
            <a:normAutofit/>
          </a:bodyPr>
          <a:lstStyle>
            <a:lvl1pPr>
              <a:defRPr sz="1401" b="0"/>
            </a:lvl1pPr>
            <a:lvl5pPr>
              <a:defRPr/>
            </a:lvl5pPr>
          </a:lstStyle>
          <a:p>
            <a:pPr lvl="0"/>
            <a:r>
              <a:rPr lang="en-US" dirty="0"/>
              <a:t>Click to add affiliations</a:t>
            </a:r>
          </a:p>
        </p:txBody>
      </p:sp>
      <p:sp>
        <p:nvSpPr>
          <p:cNvPr id="21" name="Text Placeholder 16">
            <a:extLst>
              <a:ext uri="{FF2B5EF4-FFF2-40B4-BE49-F238E27FC236}">
                <a16:creationId xmlns:a16="http://schemas.microsoft.com/office/drawing/2014/main" id="{C0BE8827-229B-922F-194B-57C5F266153D}"/>
              </a:ext>
            </a:extLst>
          </p:cNvPr>
          <p:cNvSpPr>
            <a:spLocks noGrp="1"/>
          </p:cNvSpPr>
          <p:nvPr>
            <p:ph type="body" sz="quarter" idx="26" hasCustomPrompt="1"/>
          </p:nvPr>
        </p:nvSpPr>
        <p:spPr>
          <a:xfrm>
            <a:off x="4156941" y="351065"/>
            <a:ext cx="6704621" cy="1303287"/>
          </a:xfrm>
          <a:prstGeom prst="rect">
            <a:avLst/>
          </a:prstGeom>
        </p:spPr>
        <p:txBody>
          <a:bodyPr>
            <a:normAutofit/>
          </a:bodyPr>
          <a:lstStyle>
            <a:lvl1pPr>
              <a:defRPr sz="2027" b="1"/>
            </a:lvl1pPr>
            <a:lvl5pPr>
              <a:defRPr/>
            </a:lvl5pPr>
          </a:lstStyle>
          <a:p>
            <a:pPr lvl="0"/>
            <a:r>
              <a:rPr lang="en-US" dirty="0"/>
              <a:t>CLICK TO ADD TITLE</a:t>
            </a:r>
          </a:p>
        </p:txBody>
      </p:sp>
      <p:sp>
        <p:nvSpPr>
          <p:cNvPr id="22" name="Text Placeholder 16">
            <a:extLst>
              <a:ext uri="{FF2B5EF4-FFF2-40B4-BE49-F238E27FC236}">
                <a16:creationId xmlns:a16="http://schemas.microsoft.com/office/drawing/2014/main" id="{4AD42D2B-9E97-B1D3-E9CB-422211A8AC93}"/>
              </a:ext>
            </a:extLst>
          </p:cNvPr>
          <p:cNvSpPr>
            <a:spLocks noGrp="1"/>
          </p:cNvSpPr>
          <p:nvPr>
            <p:ph type="body" sz="quarter" idx="27" hasCustomPrompt="1"/>
          </p:nvPr>
        </p:nvSpPr>
        <p:spPr>
          <a:xfrm>
            <a:off x="4156941" y="1701039"/>
            <a:ext cx="6704621" cy="1163336"/>
          </a:xfrm>
          <a:prstGeom prst="rect">
            <a:avLst/>
          </a:prstGeom>
        </p:spPr>
        <p:txBody>
          <a:bodyPr>
            <a:normAutofit/>
          </a:bodyPr>
          <a:lstStyle>
            <a:lvl1pPr>
              <a:defRPr sz="1843" b="0"/>
            </a:lvl1pPr>
            <a:lvl5pPr>
              <a:defRPr/>
            </a:lvl5pPr>
          </a:lstStyle>
          <a:p>
            <a:pPr lvl="0"/>
            <a:r>
              <a:rPr lang="en-US" dirty="0"/>
              <a:t>Click to add authors</a:t>
            </a:r>
          </a:p>
        </p:txBody>
      </p:sp>
      <p:sp>
        <p:nvSpPr>
          <p:cNvPr id="24" name="Text Placeholder 23">
            <a:extLst>
              <a:ext uri="{FF2B5EF4-FFF2-40B4-BE49-F238E27FC236}">
                <a16:creationId xmlns:a16="http://schemas.microsoft.com/office/drawing/2014/main" id="{AF74511C-B765-4529-DBAD-E895D95BCF75}"/>
              </a:ext>
            </a:extLst>
          </p:cNvPr>
          <p:cNvSpPr>
            <a:spLocks noGrp="1"/>
          </p:cNvSpPr>
          <p:nvPr>
            <p:ph type="body" sz="quarter" idx="28" hasCustomPrompt="1"/>
          </p:nvPr>
        </p:nvSpPr>
        <p:spPr>
          <a:xfrm>
            <a:off x="532425" y="4276868"/>
            <a:ext cx="4678920" cy="386737"/>
          </a:xfrm>
          <a:prstGeom prst="rect">
            <a:avLst/>
          </a:prstGeom>
        </p:spPr>
        <p:txBody>
          <a:bodyPr anchor="ctr">
            <a:normAutofit/>
          </a:bodyPr>
          <a:lstStyle>
            <a:lvl1pPr algn="ctr">
              <a:defRPr sz="1548" b="1">
                <a:solidFill>
                  <a:srgbClr val="213C8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ADD TITLE</a:t>
            </a:r>
          </a:p>
        </p:txBody>
      </p:sp>
      <p:sp>
        <p:nvSpPr>
          <p:cNvPr id="26" name="Text Placeholder 25">
            <a:extLst>
              <a:ext uri="{FF2B5EF4-FFF2-40B4-BE49-F238E27FC236}">
                <a16:creationId xmlns:a16="http://schemas.microsoft.com/office/drawing/2014/main" id="{F3E72FDB-CB5A-86C7-3D7E-007664D82B20}"/>
              </a:ext>
            </a:extLst>
          </p:cNvPr>
          <p:cNvSpPr>
            <a:spLocks noGrp="1"/>
          </p:cNvSpPr>
          <p:nvPr>
            <p:ph type="body" sz="quarter" idx="29" hasCustomPrompt="1"/>
          </p:nvPr>
        </p:nvSpPr>
        <p:spPr>
          <a:xfrm>
            <a:off x="532425" y="4675625"/>
            <a:ext cx="4678920" cy="432911"/>
          </a:xfrm>
          <a:prstGeom prst="rect">
            <a:avLst/>
          </a:prstGeom>
        </p:spPr>
        <p:txBody>
          <a:bodyPr anchor="ctr">
            <a:normAutofit/>
          </a:bodyPr>
          <a:lstStyle>
            <a:lvl1pPr>
              <a:defRPr sz="1106">
                <a:solidFill>
                  <a:schemeClr val="tx1"/>
                </a:solidFill>
              </a:defRPr>
            </a:lvl1pPr>
            <a:lvl2pPr>
              <a:defRPr sz="1180">
                <a:solidFill>
                  <a:schemeClr val="tx1"/>
                </a:solidFill>
              </a:defRPr>
            </a:lvl2pPr>
            <a:lvl3pPr>
              <a:defRPr sz="1180">
                <a:solidFill>
                  <a:schemeClr val="tx1"/>
                </a:solidFill>
              </a:defRPr>
            </a:lvl3pPr>
            <a:lvl4pPr>
              <a:defRPr sz="1180">
                <a:solidFill>
                  <a:schemeClr val="tx1"/>
                </a:solidFill>
              </a:defRPr>
            </a:lvl4pPr>
            <a:lvl5pPr marL="3107716" indent="0">
              <a:buNone/>
              <a:defRPr/>
            </a:lvl5pPr>
          </a:lstStyle>
          <a:p>
            <a:pPr lvl="0"/>
            <a:r>
              <a:rPr lang="en-US" dirty="0"/>
              <a:t>Click to add text</a:t>
            </a:r>
          </a:p>
        </p:txBody>
      </p:sp>
      <p:sp>
        <p:nvSpPr>
          <p:cNvPr id="27" name="Text Placeholder 23">
            <a:extLst>
              <a:ext uri="{FF2B5EF4-FFF2-40B4-BE49-F238E27FC236}">
                <a16:creationId xmlns:a16="http://schemas.microsoft.com/office/drawing/2014/main" id="{C5D65881-9A10-C69B-1D88-F970FCE6E70B}"/>
              </a:ext>
            </a:extLst>
          </p:cNvPr>
          <p:cNvSpPr>
            <a:spLocks noGrp="1"/>
          </p:cNvSpPr>
          <p:nvPr>
            <p:ph type="body" sz="quarter" idx="30" hasCustomPrompt="1"/>
          </p:nvPr>
        </p:nvSpPr>
        <p:spPr>
          <a:xfrm>
            <a:off x="5948780" y="4250782"/>
            <a:ext cx="4678920" cy="386737"/>
          </a:xfrm>
          <a:prstGeom prst="rect">
            <a:avLst/>
          </a:prstGeom>
        </p:spPr>
        <p:txBody>
          <a:bodyPr anchor="ctr">
            <a:normAutofit/>
          </a:bodyPr>
          <a:lstStyle>
            <a:lvl1pPr algn="ctr">
              <a:defRPr sz="1548" b="1">
                <a:solidFill>
                  <a:srgbClr val="213C8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ADD TITLE</a:t>
            </a:r>
          </a:p>
        </p:txBody>
      </p:sp>
      <p:sp>
        <p:nvSpPr>
          <p:cNvPr id="28" name="Text Placeholder 25">
            <a:extLst>
              <a:ext uri="{FF2B5EF4-FFF2-40B4-BE49-F238E27FC236}">
                <a16:creationId xmlns:a16="http://schemas.microsoft.com/office/drawing/2014/main" id="{C3B59BC9-2C63-3779-AF69-56925A2A3817}"/>
              </a:ext>
            </a:extLst>
          </p:cNvPr>
          <p:cNvSpPr>
            <a:spLocks noGrp="1"/>
          </p:cNvSpPr>
          <p:nvPr>
            <p:ph type="body" sz="quarter" idx="31" hasCustomPrompt="1"/>
          </p:nvPr>
        </p:nvSpPr>
        <p:spPr>
          <a:xfrm>
            <a:off x="5948780" y="4649538"/>
            <a:ext cx="4678920" cy="432911"/>
          </a:xfrm>
          <a:prstGeom prst="rect">
            <a:avLst/>
          </a:prstGeom>
        </p:spPr>
        <p:txBody>
          <a:bodyPr anchor="ctr">
            <a:normAutofit/>
          </a:bodyPr>
          <a:lstStyle>
            <a:lvl1pPr>
              <a:defRPr sz="1106">
                <a:solidFill>
                  <a:schemeClr val="tx1"/>
                </a:solidFill>
              </a:defRPr>
            </a:lvl1pPr>
            <a:lvl2pPr>
              <a:defRPr sz="1180">
                <a:solidFill>
                  <a:schemeClr val="tx1"/>
                </a:solidFill>
              </a:defRPr>
            </a:lvl2pPr>
            <a:lvl3pPr>
              <a:defRPr sz="1180">
                <a:solidFill>
                  <a:schemeClr val="tx1"/>
                </a:solidFill>
              </a:defRPr>
            </a:lvl3pPr>
            <a:lvl4pPr>
              <a:defRPr sz="1180">
                <a:solidFill>
                  <a:schemeClr val="tx1"/>
                </a:solidFill>
              </a:defRPr>
            </a:lvl4pPr>
            <a:lvl5pPr marL="3107716" indent="0">
              <a:buNone/>
              <a:defRPr/>
            </a:lvl5pPr>
          </a:lstStyle>
          <a:p>
            <a:pPr lvl="0"/>
            <a:r>
              <a:rPr lang="en-US" dirty="0"/>
              <a:t>Click to add text</a:t>
            </a:r>
          </a:p>
        </p:txBody>
      </p:sp>
      <p:sp>
        <p:nvSpPr>
          <p:cNvPr id="31" name="Text Placeholder 23">
            <a:extLst>
              <a:ext uri="{FF2B5EF4-FFF2-40B4-BE49-F238E27FC236}">
                <a16:creationId xmlns:a16="http://schemas.microsoft.com/office/drawing/2014/main" id="{9DDB7B2B-0FF4-23D4-44DA-13F624F2F355}"/>
              </a:ext>
            </a:extLst>
          </p:cNvPr>
          <p:cNvSpPr>
            <a:spLocks noGrp="1"/>
          </p:cNvSpPr>
          <p:nvPr>
            <p:ph type="body" sz="quarter" idx="32" hasCustomPrompt="1"/>
          </p:nvPr>
        </p:nvSpPr>
        <p:spPr>
          <a:xfrm>
            <a:off x="532425" y="9484858"/>
            <a:ext cx="4678920" cy="386737"/>
          </a:xfrm>
          <a:prstGeom prst="rect">
            <a:avLst/>
          </a:prstGeom>
        </p:spPr>
        <p:txBody>
          <a:bodyPr anchor="ctr">
            <a:normAutofit/>
          </a:bodyPr>
          <a:lstStyle>
            <a:lvl1pPr algn="ctr">
              <a:defRPr sz="1548" b="1">
                <a:solidFill>
                  <a:srgbClr val="213C8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ADD TITLE</a:t>
            </a:r>
          </a:p>
        </p:txBody>
      </p:sp>
      <p:sp>
        <p:nvSpPr>
          <p:cNvPr id="32" name="Text Placeholder 25">
            <a:extLst>
              <a:ext uri="{FF2B5EF4-FFF2-40B4-BE49-F238E27FC236}">
                <a16:creationId xmlns:a16="http://schemas.microsoft.com/office/drawing/2014/main" id="{85B0F404-8126-4EF8-DE40-42E71E76FD3B}"/>
              </a:ext>
            </a:extLst>
          </p:cNvPr>
          <p:cNvSpPr>
            <a:spLocks noGrp="1"/>
          </p:cNvSpPr>
          <p:nvPr>
            <p:ph type="body" sz="quarter" idx="33" hasCustomPrompt="1"/>
          </p:nvPr>
        </p:nvSpPr>
        <p:spPr>
          <a:xfrm>
            <a:off x="532425" y="9883615"/>
            <a:ext cx="4678920" cy="432911"/>
          </a:xfrm>
          <a:prstGeom prst="rect">
            <a:avLst/>
          </a:prstGeom>
        </p:spPr>
        <p:txBody>
          <a:bodyPr anchor="ctr">
            <a:normAutofit/>
          </a:bodyPr>
          <a:lstStyle>
            <a:lvl1pPr>
              <a:defRPr sz="1106">
                <a:solidFill>
                  <a:schemeClr val="tx1"/>
                </a:solidFill>
              </a:defRPr>
            </a:lvl1pPr>
            <a:lvl2pPr>
              <a:defRPr sz="1180">
                <a:solidFill>
                  <a:schemeClr val="tx1"/>
                </a:solidFill>
              </a:defRPr>
            </a:lvl2pPr>
            <a:lvl3pPr>
              <a:defRPr sz="1180">
                <a:solidFill>
                  <a:schemeClr val="tx1"/>
                </a:solidFill>
              </a:defRPr>
            </a:lvl3pPr>
            <a:lvl4pPr>
              <a:defRPr sz="1180">
                <a:solidFill>
                  <a:schemeClr val="tx1"/>
                </a:solidFill>
              </a:defRPr>
            </a:lvl4pPr>
            <a:lvl5pPr marL="3107716" indent="0">
              <a:buNone/>
              <a:defRPr/>
            </a:lvl5pPr>
          </a:lstStyle>
          <a:p>
            <a:pPr lvl="0"/>
            <a:r>
              <a:rPr lang="en-US" dirty="0"/>
              <a:t>Click to add text</a:t>
            </a:r>
          </a:p>
        </p:txBody>
      </p:sp>
      <p:sp>
        <p:nvSpPr>
          <p:cNvPr id="33" name="Text Placeholder 23">
            <a:extLst>
              <a:ext uri="{FF2B5EF4-FFF2-40B4-BE49-F238E27FC236}">
                <a16:creationId xmlns:a16="http://schemas.microsoft.com/office/drawing/2014/main" id="{36E6E9AB-4D86-401B-E0F4-7E97A6333CDE}"/>
              </a:ext>
            </a:extLst>
          </p:cNvPr>
          <p:cNvSpPr>
            <a:spLocks noGrp="1"/>
          </p:cNvSpPr>
          <p:nvPr>
            <p:ph type="body" sz="quarter" idx="34" hasCustomPrompt="1"/>
          </p:nvPr>
        </p:nvSpPr>
        <p:spPr>
          <a:xfrm>
            <a:off x="5948780" y="9484858"/>
            <a:ext cx="4678920" cy="386737"/>
          </a:xfrm>
          <a:prstGeom prst="rect">
            <a:avLst/>
          </a:prstGeom>
        </p:spPr>
        <p:txBody>
          <a:bodyPr anchor="ctr">
            <a:normAutofit/>
          </a:bodyPr>
          <a:lstStyle>
            <a:lvl1pPr algn="ctr">
              <a:defRPr sz="1548" b="1">
                <a:solidFill>
                  <a:srgbClr val="213C8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ADD TITLE</a:t>
            </a:r>
          </a:p>
        </p:txBody>
      </p:sp>
      <p:sp>
        <p:nvSpPr>
          <p:cNvPr id="34" name="Text Placeholder 25">
            <a:extLst>
              <a:ext uri="{FF2B5EF4-FFF2-40B4-BE49-F238E27FC236}">
                <a16:creationId xmlns:a16="http://schemas.microsoft.com/office/drawing/2014/main" id="{ACB23A57-1F77-3095-AF20-951A18AAB7CD}"/>
              </a:ext>
            </a:extLst>
          </p:cNvPr>
          <p:cNvSpPr>
            <a:spLocks noGrp="1"/>
          </p:cNvSpPr>
          <p:nvPr>
            <p:ph type="body" sz="quarter" idx="35" hasCustomPrompt="1"/>
          </p:nvPr>
        </p:nvSpPr>
        <p:spPr>
          <a:xfrm>
            <a:off x="5948780" y="9883615"/>
            <a:ext cx="4678920" cy="432911"/>
          </a:xfrm>
          <a:prstGeom prst="rect">
            <a:avLst/>
          </a:prstGeom>
        </p:spPr>
        <p:txBody>
          <a:bodyPr anchor="ctr">
            <a:normAutofit/>
          </a:bodyPr>
          <a:lstStyle>
            <a:lvl1pPr>
              <a:defRPr sz="1106">
                <a:solidFill>
                  <a:schemeClr val="tx1"/>
                </a:solidFill>
              </a:defRPr>
            </a:lvl1pPr>
            <a:lvl2pPr>
              <a:defRPr sz="1180">
                <a:solidFill>
                  <a:schemeClr val="tx1"/>
                </a:solidFill>
              </a:defRPr>
            </a:lvl2pPr>
            <a:lvl3pPr>
              <a:defRPr sz="1180">
                <a:solidFill>
                  <a:schemeClr val="tx1"/>
                </a:solidFill>
              </a:defRPr>
            </a:lvl3pPr>
            <a:lvl4pPr>
              <a:defRPr sz="1180">
                <a:solidFill>
                  <a:schemeClr val="tx1"/>
                </a:solidFill>
              </a:defRPr>
            </a:lvl4pPr>
            <a:lvl5pPr marL="3107716" indent="0">
              <a:buNone/>
              <a:defRPr/>
            </a:lvl5pPr>
          </a:lstStyle>
          <a:p>
            <a:pPr lvl="0"/>
            <a:r>
              <a:rPr lang="en-US" dirty="0"/>
              <a:t>Click to add text</a:t>
            </a:r>
          </a:p>
        </p:txBody>
      </p:sp>
      <p:sp>
        <p:nvSpPr>
          <p:cNvPr id="39" name="Text Placeholder 23">
            <a:extLst>
              <a:ext uri="{FF2B5EF4-FFF2-40B4-BE49-F238E27FC236}">
                <a16:creationId xmlns:a16="http://schemas.microsoft.com/office/drawing/2014/main" id="{5CD86E7F-A10A-46A4-5DBB-6CCDD057B41C}"/>
              </a:ext>
            </a:extLst>
          </p:cNvPr>
          <p:cNvSpPr>
            <a:spLocks noGrp="1"/>
          </p:cNvSpPr>
          <p:nvPr>
            <p:ph type="body" sz="quarter" idx="38" hasCustomPrompt="1"/>
          </p:nvPr>
        </p:nvSpPr>
        <p:spPr>
          <a:xfrm>
            <a:off x="5948780" y="15659144"/>
            <a:ext cx="4678920" cy="386737"/>
          </a:xfrm>
          <a:prstGeom prst="rect">
            <a:avLst/>
          </a:prstGeom>
        </p:spPr>
        <p:txBody>
          <a:bodyPr anchor="ctr">
            <a:normAutofit/>
          </a:bodyPr>
          <a:lstStyle>
            <a:lvl1pPr algn="ctr">
              <a:defRPr sz="1548" b="1">
                <a:solidFill>
                  <a:srgbClr val="213C8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ADD TITLE</a:t>
            </a:r>
          </a:p>
        </p:txBody>
      </p:sp>
      <p:sp>
        <p:nvSpPr>
          <p:cNvPr id="52" name="Text Placeholder 25">
            <a:extLst>
              <a:ext uri="{FF2B5EF4-FFF2-40B4-BE49-F238E27FC236}">
                <a16:creationId xmlns:a16="http://schemas.microsoft.com/office/drawing/2014/main" id="{A0D67751-EAB6-C946-1A05-2093E17F5577}"/>
              </a:ext>
            </a:extLst>
          </p:cNvPr>
          <p:cNvSpPr>
            <a:spLocks noGrp="1"/>
          </p:cNvSpPr>
          <p:nvPr>
            <p:ph type="body" sz="quarter" idx="39" hasCustomPrompt="1"/>
          </p:nvPr>
        </p:nvSpPr>
        <p:spPr>
          <a:xfrm>
            <a:off x="5948780" y="16057901"/>
            <a:ext cx="4678920" cy="432911"/>
          </a:xfrm>
          <a:prstGeom prst="rect">
            <a:avLst/>
          </a:prstGeom>
        </p:spPr>
        <p:txBody>
          <a:bodyPr anchor="ctr">
            <a:normAutofit/>
          </a:bodyPr>
          <a:lstStyle>
            <a:lvl1pPr>
              <a:defRPr sz="1106">
                <a:solidFill>
                  <a:schemeClr val="tx1"/>
                </a:solidFill>
              </a:defRPr>
            </a:lvl1pPr>
            <a:lvl2pPr>
              <a:defRPr sz="1180">
                <a:solidFill>
                  <a:schemeClr val="tx1"/>
                </a:solidFill>
              </a:defRPr>
            </a:lvl2pPr>
            <a:lvl3pPr>
              <a:defRPr sz="1180">
                <a:solidFill>
                  <a:schemeClr val="tx1"/>
                </a:solidFill>
              </a:defRPr>
            </a:lvl3pPr>
            <a:lvl4pPr>
              <a:defRPr sz="1180">
                <a:solidFill>
                  <a:schemeClr val="tx1"/>
                </a:solidFill>
              </a:defRPr>
            </a:lvl4pPr>
            <a:lvl5pPr marL="3107716" indent="0">
              <a:buNone/>
              <a:defRPr/>
            </a:lvl5pPr>
          </a:lstStyle>
          <a:p>
            <a:pPr lvl="0"/>
            <a:r>
              <a:rPr lang="en-US" dirty="0"/>
              <a:t>Click to add text</a:t>
            </a:r>
          </a:p>
        </p:txBody>
      </p:sp>
      <p:sp>
        <p:nvSpPr>
          <p:cNvPr id="3" name="Text Placeholder 23">
            <a:extLst>
              <a:ext uri="{FF2B5EF4-FFF2-40B4-BE49-F238E27FC236}">
                <a16:creationId xmlns:a16="http://schemas.microsoft.com/office/drawing/2014/main" id="{392E7C11-3ABE-640B-0B9B-ABF444B64BC9}"/>
              </a:ext>
            </a:extLst>
          </p:cNvPr>
          <p:cNvSpPr>
            <a:spLocks noGrp="1"/>
          </p:cNvSpPr>
          <p:nvPr>
            <p:ph type="body" sz="quarter" idx="40" hasCustomPrompt="1"/>
          </p:nvPr>
        </p:nvSpPr>
        <p:spPr>
          <a:xfrm>
            <a:off x="341061" y="15659143"/>
            <a:ext cx="4678920" cy="386737"/>
          </a:xfrm>
          <a:prstGeom prst="rect">
            <a:avLst/>
          </a:prstGeom>
        </p:spPr>
        <p:txBody>
          <a:bodyPr anchor="ctr">
            <a:normAutofit/>
          </a:bodyPr>
          <a:lstStyle>
            <a:lvl1pPr algn="ctr">
              <a:defRPr sz="1548" b="1">
                <a:solidFill>
                  <a:srgbClr val="213C8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ADD TITLE</a:t>
            </a:r>
          </a:p>
        </p:txBody>
      </p:sp>
      <p:sp>
        <p:nvSpPr>
          <p:cNvPr id="6" name="Text Placeholder 25">
            <a:extLst>
              <a:ext uri="{FF2B5EF4-FFF2-40B4-BE49-F238E27FC236}">
                <a16:creationId xmlns:a16="http://schemas.microsoft.com/office/drawing/2014/main" id="{441AF2D5-C99A-1AAA-6CA9-11FD7D0A4190}"/>
              </a:ext>
            </a:extLst>
          </p:cNvPr>
          <p:cNvSpPr>
            <a:spLocks noGrp="1"/>
          </p:cNvSpPr>
          <p:nvPr>
            <p:ph type="body" sz="quarter" idx="41" hasCustomPrompt="1"/>
          </p:nvPr>
        </p:nvSpPr>
        <p:spPr>
          <a:xfrm>
            <a:off x="341061" y="16086278"/>
            <a:ext cx="4678920" cy="432911"/>
          </a:xfrm>
          <a:prstGeom prst="rect">
            <a:avLst/>
          </a:prstGeom>
        </p:spPr>
        <p:txBody>
          <a:bodyPr anchor="ctr">
            <a:normAutofit/>
          </a:bodyPr>
          <a:lstStyle>
            <a:lvl1pPr>
              <a:defRPr sz="1106">
                <a:solidFill>
                  <a:schemeClr val="tx1"/>
                </a:solidFill>
              </a:defRPr>
            </a:lvl1pPr>
            <a:lvl2pPr>
              <a:defRPr sz="1180">
                <a:solidFill>
                  <a:schemeClr val="tx1"/>
                </a:solidFill>
              </a:defRPr>
            </a:lvl2pPr>
            <a:lvl3pPr>
              <a:defRPr sz="1180">
                <a:solidFill>
                  <a:schemeClr val="tx1"/>
                </a:solidFill>
              </a:defRPr>
            </a:lvl3pPr>
            <a:lvl4pPr>
              <a:defRPr sz="1180">
                <a:solidFill>
                  <a:schemeClr val="tx1"/>
                </a:solidFill>
              </a:defRPr>
            </a:lvl4pPr>
            <a:lvl5pPr marL="3107716" indent="0">
              <a:buNone/>
              <a:defRPr/>
            </a:lvl5pPr>
          </a:lstStyle>
          <a:p>
            <a:pPr lvl="0"/>
            <a:r>
              <a:rPr lang="en-US" dirty="0"/>
              <a:t>Click to add text</a:t>
            </a:r>
          </a:p>
        </p:txBody>
      </p:sp>
      <p:pic>
        <p:nvPicPr>
          <p:cNvPr id="4" name="Picture 3">
            <a:extLst>
              <a:ext uri="{FF2B5EF4-FFF2-40B4-BE49-F238E27FC236}">
                <a16:creationId xmlns:a16="http://schemas.microsoft.com/office/drawing/2014/main" id="{66AD00B3-04CE-EF2A-493E-5324A7EB9931}"/>
              </a:ext>
            </a:extLst>
          </p:cNvPr>
          <p:cNvPicPr>
            <a:picLocks noChangeAspect="1"/>
          </p:cNvPicPr>
          <p:nvPr userDrawn="1"/>
        </p:nvPicPr>
        <p:blipFill>
          <a:blip r:embed="rId2">
            <a:extLst>
              <a:ext uri="{28A0092B-C50C-407E-A947-70E740481C1C}">
                <a14:useLocalDpi xmlns:a14="http://schemas.microsoft.com/office/drawing/2010/main" val="0"/>
              </a:ext>
            </a:extLst>
          </a:blip>
          <a:srcRect l="49999" t="5436" r="1"/>
          <a:stretch>
            <a:fillRect/>
          </a:stretch>
        </p:blipFill>
        <p:spPr>
          <a:xfrm>
            <a:off x="414696" y="682910"/>
            <a:ext cx="2995762" cy="2615714"/>
          </a:xfrm>
          <a:prstGeom prst="rect">
            <a:avLst/>
          </a:prstGeom>
          <a:solidFill>
            <a:srgbClr val="FFFFFF"/>
          </a:solidFill>
        </p:spPr>
      </p:pic>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BB890B"/>
        </a:solidFill>
        <a:effectLst/>
      </p:bgPr>
    </p:bg>
    <p:spTree>
      <p:nvGrpSpPr>
        <p:cNvPr id="1" name=""/>
        <p:cNvGrpSpPr/>
        <p:nvPr/>
      </p:nvGrpSpPr>
      <p:grpSpPr>
        <a:xfrm>
          <a:off x="0" y="0"/>
          <a:ext cx="0" cy="0"/>
          <a:chOff x="0" y="0"/>
          <a:chExt cx="0" cy="0"/>
        </a:xfrm>
      </p:grpSpPr>
      <p:sp>
        <p:nvSpPr>
          <p:cNvPr id="3" name="(—THIS SIDEBAR DOES NOT PRINT—)…"/>
          <p:cNvSpPr txBox="1"/>
          <p:nvPr/>
        </p:nvSpPr>
        <p:spPr>
          <a:xfrm>
            <a:off x="-4660961" y="0"/>
            <a:ext cx="4515103" cy="14704618"/>
          </a:xfrm>
          <a:prstGeom prst="rect">
            <a:avLst/>
          </a:prstGeom>
          <a:solidFill>
            <a:srgbClr val="E7D4B3"/>
          </a:solidFill>
          <a:ln w="9525" cap="flat">
            <a:solidFill>
              <a:srgbClr val="46AAC4"/>
            </a:solidFill>
            <a:prstDash val="solid"/>
            <a:round/>
          </a:ln>
          <a:effectLst>
            <a:outerShdw blurRad="38100" dist="23000" dir="5400000" rotWithShape="0">
              <a:srgbClr val="000000">
                <a:alpha val="35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40438" tIns="140438" rIns="140438" bIns="140438" numCol="1" anchor="t">
            <a:spAutoFit/>
          </a:bodyPr>
          <a:lstStyle/>
          <a:p>
            <a:pPr>
              <a:defRPr sz="4100">
                <a:solidFill>
                  <a:srgbClr val="FFFFFF"/>
                </a:solidFill>
              </a:defRPr>
            </a:pPr>
            <a:r>
              <a:rPr sz="1800" b="1" dirty="0">
                <a:solidFill>
                  <a:schemeClr val="tx1"/>
                </a:solidFill>
              </a:rPr>
              <a:t>(—THIS SIDEBAR DOES NOT PRINT—)</a:t>
            </a:r>
          </a:p>
          <a:p>
            <a:pPr>
              <a:defRPr sz="4100">
                <a:solidFill>
                  <a:srgbClr val="FFFFFF"/>
                </a:solidFill>
              </a:defRPr>
            </a:pPr>
            <a:endParaRPr sz="1800" dirty="0"/>
          </a:p>
          <a:p>
            <a:pPr marL="0" marR="0" lvl="0" indent="0" algn="l" defTabSz="1785714" rtl="0" eaLnBrk="1" fontAlgn="auto" latinLnBrk="0" hangingPunct="0">
              <a:lnSpc>
                <a:spcPct val="100000"/>
              </a:lnSpc>
              <a:spcBef>
                <a:spcPts val="297"/>
              </a:spcBef>
              <a:spcAft>
                <a:spcPts val="0"/>
              </a:spcAft>
              <a:buClrTx/>
              <a:buSzTx/>
              <a:buFontTx/>
              <a:buNone/>
              <a:tabLst/>
              <a:defRPr sz="4100">
                <a:solidFill>
                  <a:srgbClr val="FFFFFF"/>
                </a:solidFill>
              </a:defRPr>
            </a:pPr>
            <a:r>
              <a:rPr lang="en-GB" sz="1800" dirty="0">
                <a:solidFill>
                  <a:schemeClr val="tx1"/>
                </a:solidFill>
              </a:rPr>
              <a:t>QUICK START</a:t>
            </a:r>
          </a:p>
          <a:p>
            <a:pPr>
              <a:defRPr sz="4100">
                <a:solidFill>
                  <a:srgbClr val="FFFFFF"/>
                </a:solidFill>
              </a:defRPr>
            </a:pPr>
            <a:br>
              <a:rPr lang="en-GB" sz="1800" b="1" u="sng" dirty="0">
                <a:solidFill>
                  <a:schemeClr val="tx1"/>
                </a:solidFill>
              </a:rPr>
            </a:br>
            <a:r>
              <a:rPr sz="1800" b="1" u="sng" dirty="0">
                <a:solidFill>
                  <a:schemeClr val="tx1"/>
                </a:solidFill>
              </a:rPr>
              <a:t>DESIGN GUIDE</a:t>
            </a:r>
          </a:p>
          <a:p>
            <a:pPr>
              <a:defRPr sz="4100">
                <a:solidFill>
                  <a:srgbClr val="FFFFFF"/>
                </a:solidFill>
              </a:defRPr>
            </a:pPr>
            <a:r>
              <a:rPr sz="1800" dirty="0">
                <a:solidFill>
                  <a:schemeClr val="tx1"/>
                </a:solidFill>
              </a:rPr>
              <a:t>This PowerPoint template produces </a:t>
            </a:r>
            <a:r>
              <a:rPr lang="en-GB" sz="1800" dirty="0">
                <a:solidFill>
                  <a:schemeClr val="tx1"/>
                </a:solidFill>
              </a:rPr>
              <a:t>an </a:t>
            </a:r>
            <a:r>
              <a:rPr lang="en-GB" sz="1800" dirty="0" err="1">
                <a:solidFill>
                  <a:schemeClr val="tx1"/>
                </a:solidFill>
              </a:rPr>
              <a:t>ePoster</a:t>
            </a:r>
            <a:r>
              <a:rPr lang="en-GB" sz="1800" dirty="0">
                <a:solidFill>
                  <a:schemeClr val="tx1"/>
                </a:solidFill>
              </a:rPr>
              <a:t> </a:t>
            </a:r>
            <a:r>
              <a:rPr sz="1800" dirty="0">
                <a:solidFill>
                  <a:schemeClr val="tx1"/>
                </a:solidFill>
              </a:rPr>
              <a:t> (</a:t>
            </a:r>
            <a:r>
              <a:rPr lang="en-GB" sz="1800" dirty="0">
                <a:solidFill>
                  <a:schemeClr val="tx1"/>
                </a:solidFill>
              </a:rPr>
              <a:t>31.41</a:t>
            </a:r>
            <a:r>
              <a:rPr sz="1800" dirty="0">
                <a:solidFill>
                  <a:schemeClr val="tx1"/>
                </a:solidFill>
              </a:rPr>
              <a:t>cm x </a:t>
            </a:r>
            <a:r>
              <a:rPr lang="en-GB" sz="1800" dirty="0">
                <a:solidFill>
                  <a:schemeClr val="tx1"/>
                </a:solidFill>
              </a:rPr>
              <a:t>55.85</a:t>
            </a:r>
            <a:r>
              <a:rPr sz="1800" dirty="0">
                <a:solidFill>
                  <a:schemeClr val="tx1"/>
                </a:solidFill>
              </a:rPr>
              <a:t>cm)</a:t>
            </a:r>
            <a:r>
              <a:rPr lang="en-GB" sz="1800" dirty="0">
                <a:solidFill>
                  <a:schemeClr val="tx1"/>
                </a:solidFill>
              </a:rPr>
              <a:t>.</a:t>
            </a:r>
            <a:r>
              <a:rPr sz="1800" dirty="0">
                <a:solidFill>
                  <a:schemeClr val="tx1"/>
                </a:solidFill>
              </a:rPr>
              <a:t> You can use it to create your poster that will be displayed </a:t>
            </a:r>
            <a:r>
              <a:rPr lang="en-GB" sz="1800" dirty="0">
                <a:solidFill>
                  <a:schemeClr val="tx1"/>
                </a:solidFill>
              </a:rPr>
              <a:t>in the IHPBA 2026 </a:t>
            </a:r>
            <a:r>
              <a:rPr lang="en-GB" sz="1800" dirty="0" err="1">
                <a:solidFill>
                  <a:schemeClr val="tx1"/>
                </a:solidFill>
              </a:rPr>
              <a:t>ePoster</a:t>
            </a:r>
            <a:r>
              <a:rPr lang="en-GB" sz="1800" dirty="0">
                <a:solidFill>
                  <a:schemeClr val="tx1"/>
                </a:solidFill>
              </a:rPr>
              <a:t> Gallery</a:t>
            </a:r>
            <a:r>
              <a:rPr sz="1800" dirty="0">
                <a:solidFill>
                  <a:schemeClr val="tx1"/>
                </a:solidFill>
              </a:rPr>
              <a:t>. This template will save valuable time placing titles, subtitles, text, and graphics, and it will allow </a:t>
            </a:r>
            <a:r>
              <a:rPr lang="en-GB" sz="1800" dirty="0">
                <a:solidFill>
                  <a:schemeClr val="tx1"/>
                </a:solidFill>
              </a:rPr>
              <a:t>for consistency </a:t>
            </a:r>
            <a:r>
              <a:rPr sz="1800" dirty="0">
                <a:solidFill>
                  <a:schemeClr val="tx1"/>
                </a:solidFill>
              </a:rPr>
              <a:t>throughout the </a:t>
            </a:r>
            <a:r>
              <a:rPr lang="en-GB" sz="1800" dirty="0" err="1">
                <a:solidFill>
                  <a:schemeClr val="tx1"/>
                </a:solidFill>
              </a:rPr>
              <a:t>eP</a:t>
            </a:r>
            <a:r>
              <a:rPr sz="1800" dirty="0" err="1">
                <a:solidFill>
                  <a:schemeClr val="tx1"/>
                </a:solidFill>
              </a:rPr>
              <a:t>oster</a:t>
            </a:r>
            <a:r>
              <a:rPr lang="en-GB" sz="1800" dirty="0">
                <a:solidFill>
                  <a:schemeClr val="tx1"/>
                </a:solidFill>
              </a:rPr>
              <a:t> gallery.</a:t>
            </a:r>
            <a:endParaRPr sz="1800" dirty="0">
              <a:solidFill>
                <a:schemeClr val="tx1"/>
              </a:solidFill>
            </a:endParaRPr>
          </a:p>
          <a:p>
            <a:pPr>
              <a:defRPr sz="4100">
                <a:solidFill>
                  <a:srgbClr val="FFFFFF"/>
                </a:solidFill>
              </a:defRPr>
            </a:pPr>
            <a:endParaRPr sz="1800" dirty="0">
              <a:solidFill>
                <a:schemeClr val="tx1"/>
              </a:solidFill>
            </a:endParaRPr>
          </a:p>
          <a:p>
            <a:pPr>
              <a:defRPr sz="4100">
                <a:solidFill>
                  <a:srgbClr val="FFFFFF"/>
                </a:solidFill>
              </a:defRPr>
            </a:pPr>
            <a:r>
              <a:rPr sz="1800" b="1" u="sng" dirty="0">
                <a:solidFill>
                  <a:schemeClr val="tx1"/>
                </a:solidFill>
              </a:rPr>
              <a:t>SELECT DESIRED LAYOUT</a:t>
            </a:r>
          </a:p>
          <a:p>
            <a:pPr>
              <a:defRPr sz="4100">
                <a:solidFill>
                  <a:srgbClr val="FFFFFF"/>
                </a:solidFill>
              </a:defRPr>
            </a:pPr>
            <a:r>
              <a:rPr sz="1800" dirty="0">
                <a:solidFill>
                  <a:schemeClr val="tx1"/>
                </a:solidFill>
              </a:rPr>
              <a:t>When designing your own poster, you will be able to choose between the two proposed  layouts - the single or the double column - according to the information you will have to present. Simply click on the slide&gt;layout: office theme, single column or double column</a:t>
            </a:r>
            <a:br>
              <a:rPr lang="en-GB" sz="1800" dirty="0">
                <a:solidFill>
                  <a:schemeClr val="tx1"/>
                </a:solidFill>
              </a:rPr>
            </a:br>
            <a:br>
              <a:rPr lang="en-GB" sz="1800" dirty="0">
                <a:solidFill>
                  <a:schemeClr val="tx1"/>
                </a:solidFill>
              </a:rPr>
            </a:br>
            <a:r>
              <a:rPr lang="en-GB" sz="1800" dirty="0">
                <a:solidFill>
                  <a:schemeClr val="tx1"/>
                </a:solidFill>
              </a:rPr>
              <a:t>Your </a:t>
            </a:r>
            <a:r>
              <a:rPr lang="en-GB" sz="1800" dirty="0" err="1">
                <a:solidFill>
                  <a:schemeClr val="tx1"/>
                </a:solidFill>
              </a:rPr>
              <a:t>ePoster</a:t>
            </a:r>
            <a:r>
              <a:rPr lang="en-GB" sz="1800" dirty="0">
                <a:solidFill>
                  <a:schemeClr val="tx1"/>
                </a:solidFill>
              </a:rPr>
              <a:t> must be in portrait orientation with a MAXIMUM of ONE page only.</a:t>
            </a:r>
            <a:br>
              <a:rPr lang="en-GB" sz="1800" dirty="0">
                <a:solidFill>
                  <a:schemeClr val="tx1"/>
                </a:solidFill>
              </a:rPr>
            </a:br>
            <a:br>
              <a:rPr lang="en-GB" sz="1800" dirty="0">
                <a:solidFill>
                  <a:schemeClr val="tx1"/>
                </a:solidFill>
              </a:rPr>
            </a:br>
            <a:r>
              <a:rPr lang="en-GB" sz="1800" dirty="0">
                <a:solidFill>
                  <a:schemeClr val="tx1"/>
                </a:solidFill>
              </a:rPr>
              <a:t>Delete the slide layout you do not require.</a:t>
            </a:r>
            <a:endParaRPr sz="1800" dirty="0">
              <a:solidFill>
                <a:schemeClr val="tx1"/>
              </a:solidFill>
            </a:endParaRPr>
          </a:p>
          <a:p>
            <a:pPr>
              <a:defRPr sz="4100">
                <a:solidFill>
                  <a:srgbClr val="FFFFFF"/>
                </a:solidFill>
              </a:defRPr>
            </a:pPr>
            <a:endParaRPr sz="1800" dirty="0">
              <a:solidFill>
                <a:schemeClr val="tx1"/>
              </a:solidFill>
            </a:endParaRPr>
          </a:p>
          <a:p>
            <a:pPr>
              <a:defRPr sz="4100">
                <a:solidFill>
                  <a:srgbClr val="FFFFFF"/>
                </a:solidFill>
              </a:defRPr>
            </a:pPr>
            <a:r>
              <a:rPr sz="1800" b="1" u="sng" dirty="0">
                <a:solidFill>
                  <a:schemeClr val="tx1"/>
                </a:solidFill>
              </a:rPr>
              <a:t>TITLE, AUTHORS, AND AFFILIATIONS</a:t>
            </a:r>
          </a:p>
          <a:p>
            <a:pPr>
              <a:defRPr sz="4100">
                <a:solidFill>
                  <a:srgbClr val="FFFFFF"/>
                </a:solidFill>
              </a:defRPr>
            </a:pPr>
            <a:r>
              <a:rPr sz="1800" dirty="0">
                <a:solidFill>
                  <a:schemeClr val="tx1"/>
                </a:solidFill>
              </a:rPr>
              <a:t>Start designing your poster by adding the title of your work, the names of the authors, and the affiliated institutions. This information should be the exact same as what you submitted - no changes are permitted.</a:t>
            </a:r>
          </a:p>
          <a:p>
            <a:pPr>
              <a:defRPr sz="4100">
                <a:solidFill>
                  <a:srgbClr val="FFFFFF"/>
                </a:solidFill>
              </a:defRPr>
            </a:pPr>
            <a:endParaRPr sz="1800" dirty="0">
              <a:solidFill>
                <a:schemeClr val="tx1"/>
              </a:solidFill>
            </a:endParaRPr>
          </a:p>
          <a:p>
            <a:pPr>
              <a:defRPr sz="4100">
                <a:solidFill>
                  <a:srgbClr val="FFFFFF"/>
                </a:solidFill>
              </a:defRPr>
            </a:pPr>
            <a:r>
              <a:rPr sz="1800" b="1" u="sng" dirty="0">
                <a:solidFill>
                  <a:schemeClr val="tx1"/>
                </a:solidFill>
              </a:rPr>
              <a:t>FONT</a:t>
            </a:r>
            <a:r>
              <a:rPr lang="en-GB" sz="1800" b="1" u="sng" dirty="0">
                <a:solidFill>
                  <a:schemeClr val="tx1"/>
                </a:solidFill>
              </a:rPr>
              <a:t>S</a:t>
            </a:r>
          </a:p>
          <a:p>
            <a:pPr>
              <a:defRPr sz="4100">
                <a:solidFill>
                  <a:srgbClr val="FFFFFF"/>
                </a:solidFill>
              </a:defRPr>
            </a:pPr>
            <a:r>
              <a:rPr lang="en-GB" sz="1800" dirty="0">
                <a:solidFill>
                  <a:schemeClr val="tx1"/>
                </a:solidFill>
              </a:rPr>
              <a:t>Fonts permitted are Arial, Helvetica, Calibri, Verdana, Symbol or Times New Roman.  Other fonts may lead to an error message.</a:t>
            </a:r>
            <a:br>
              <a:rPr lang="en-GB" sz="1800" dirty="0">
                <a:solidFill>
                  <a:schemeClr val="tx1"/>
                </a:solidFill>
              </a:rPr>
            </a:br>
            <a:endParaRPr sz="1800" dirty="0">
              <a:solidFill>
                <a:schemeClr val="tx1"/>
              </a:solidFill>
            </a:endParaRPr>
          </a:p>
          <a:p>
            <a:pPr>
              <a:defRPr sz="4100">
                <a:solidFill>
                  <a:srgbClr val="FFFFFF"/>
                </a:solidFill>
              </a:defRPr>
            </a:pPr>
            <a:r>
              <a:rPr sz="1800" b="1" u="sng" dirty="0">
                <a:solidFill>
                  <a:schemeClr val="tx1"/>
                </a:solidFill>
              </a:rPr>
              <a:t>FONT</a:t>
            </a:r>
            <a:r>
              <a:rPr lang="en-GB" sz="1800" b="1" u="sng" dirty="0">
                <a:solidFill>
                  <a:schemeClr val="tx1"/>
                </a:solidFill>
              </a:rPr>
              <a:t> and </a:t>
            </a:r>
            <a:r>
              <a:rPr sz="1800" b="1" u="sng" dirty="0">
                <a:solidFill>
                  <a:schemeClr val="tx1"/>
                </a:solidFill>
              </a:rPr>
              <a:t>TEXT SIZE </a:t>
            </a:r>
          </a:p>
          <a:p>
            <a:pPr>
              <a:defRPr sz="4100">
                <a:solidFill>
                  <a:srgbClr val="FFFFFF"/>
                </a:solidFill>
              </a:defRPr>
            </a:pPr>
            <a:r>
              <a:rPr sz="1800" dirty="0">
                <a:solidFill>
                  <a:schemeClr val="tx1"/>
                </a:solidFill>
              </a:rPr>
              <a:t>Adjust the size of your text based on how much content you have to present. The default template text offers a good starting point</a:t>
            </a:r>
            <a:r>
              <a:rPr lang="en-GB" sz="1800" dirty="0">
                <a:solidFill>
                  <a:schemeClr val="tx1"/>
                </a:solidFill>
              </a:rPr>
              <a:t> but can be adjusted to meet your own requirements.</a:t>
            </a:r>
          </a:p>
          <a:p>
            <a:pPr>
              <a:defRPr sz="4100">
                <a:solidFill>
                  <a:srgbClr val="FFFFFF"/>
                </a:solidFill>
              </a:defRPr>
            </a:pPr>
            <a:endParaRPr lang="en-US" sz="1800" dirty="0">
              <a:solidFill>
                <a:schemeClr val="tx1"/>
              </a:solidFill>
            </a:endParaRPr>
          </a:p>
        </p:txBody>
      </p:sp>
      <p:sp>
        <p:nvSpPr>
          <p:cNvPr id="6" name="(—THIS SIDEBAR DOES NOT PRINT—)…"/>
          <p:cNvSpPr txBox="1"/>
          <p:nvPr/>
        </p:nvSpPr>
        <p:spPr>
          <a:xfrm>
            <a:off x="11287258" y="-46197"/>
            <a:ext cx="4528229" cy="14664479"/>
          </a:xfrm>
          <a:prstGeom prst="rect">
            <a:avLst/>
          </a:prstGeom>
          <a:solidFill>
            <a:srgbClr val="E7D4B3"/>
          </a:solidFill>
          <a:ln w="9525" cap="flat">
            <a:solidFill>
              <a:srgbClr val="46AAC4"/>
            </a:solidFill>
            <a:prstDash val="solid"/>
            <a:round/>
          </a:ln>
          <a:effectLst>
            <a:outerShdw blurRad="38100" dist="23000" dir="5400000" rotWithShape="0">
              <a:srgbClr val="000000">
                <a:alpha val="35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40438" tIns="140438" rIns="140438" bIns="140438" numCol="1" anchor="t">
            <a:spAutoFit/>
          </a:bodyPr>
          <a:lstStyle/>
          <a:p>
            <a:pPr>
              <a:defRPr sz="4100">
                <a:solidFill>
                  <a:srgbClr val="FFFFFF"/>
                </a:solidFill>
              </a:defRPr>
            </a:pPr>
            <a:r>
              <a:rPr sz="1800" b="1" dirty="0">
                <a:solidFill>
                  <a:schemeClr val="tx1"/>
                </a:solidFill>
              </a:rPr>
              <a:t>(—THIS SIDEBAR DOES NOT PRINT—)</a:t>
            </a:r>
          </a:p>
          <a:p>
            <a:pPr>
              <a:defRPr sz="4100">
                <a:solidFill>
                  <a:srgbClr val="FFFFFF"/>
                </a:solidFill>
              </a:defRPr>
            </a:pPr>
            <a:endParaRPr sz="1800" dirty="0">
              <a:solidFill>
                <a:schemeClr val="tx1"/>
              </a:solidFill>
            </a:endParaRPr>
          </a:p>
          <a:p>
            <a:pPr>
              <a:defRPr sz="4100">
                <a:solidFill>
                  <a:srgbClr val="FFFFFF"/>
                </a:solidFill>
              </a:defRPr>
            </a:pPr>
            <a:r>
              <a:rPr sz="1800" dirty="0">
                <a:solidFill>
                  <a:schemeClr val="tx1"/>
                </a:solidFill>
              </a:rPr>
              <a:t>QUICK START (cont.)</a:t>
            </a:r>
          </a:p>
          <a:p>
            <a:pPr>
              <a:defRPr sz="4100">
                <a:solidFill>
                  <a:srgbClr val="FFFFFF"/>
                </a:solidFill>
              </a:defRPr>
            </a:pPr>
            <a:endParaRPr lang="en-GB" sz="1800" b="1" u="sng" dirty="0">
              <a:solidFill>
                <a:schemeClr val="tx1"/>
              </a:solidFill>
            </a:endParaRPr>
          </a:p>
          <a:p>
            <a:pPr>
              <a:defRPr sz="4100">
                <a:solidFill>
                  <a:srgbClr val="FFFFFF"/>
                </a:solidFill>
              </a:defRPr>
            </a:pPr>
            <a:r>
              <a:rPr sz="1800" b="1" u="sng" dirty="0">
                <a:solidFill>
                  <a:schemeClr val="tx1"/>
                </a:solidFill>
              </a:rPr>
              <a:t>PHOTOGRAPHS / GRAPHICS</a:t>
            </a:r>
          </a:p>
          <a:p>
            <a:pPr>
              <a:defRPr sz="4100">
                <a:solidFill>
                  <a:srgbClr val="FFFFFF"/>
                </a:solidFill>
              </a:defRPr>
            </a:pPr>
            <a:r>
              <a:rPr sz="1800" dirty="0">
                <a:solidFill>
                  <a:schemeClr val="tx1"/>
                </a:solidFill>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disproportionally. The image and/or graphic captions should be</a:t>
            </a:r>
            <a:r>
              <a:rPr lang="en-GB" sz="1800" dirty="0">
                <a:solidFill>
                  <a:schemeClr val="tx1"/>
                </a:solidFill>
              </a:rPr>
              <a:t> </a:t>
            </a:r>
            <a:r>
              <a:rPr sz="1800" dirty="0">
                <a:solidFill>
                  <a:schemeClr val="tx1"/>
                </a:solidFill>
              </a:rPr>
              <a:t>centered.</a:t>
            </a:r>
          </a:p>
          <a:p>
            <a:pPr>
              <a:defRPr sz="4100">
                <a:solidFill>
                  <a:srgbClr val="FFFFFF"/>
                </a:solidFill>
              </a:defRPr>
            </a:pPr>
            <a:endParaRPr sz="1800" b="1" u="sng" dirty="0">
              <a:solidFill>
                <a:schemeClr val="tx1"/>
              </a:solidFill>
            </a:endParaRPr>
          </a:p>
          <a:p>
            <a:pPr>
              <a:defRPr sz="4100">
                <a:solidFill>
                  <a:srgbClr val="FFFFFF"/>
                </a:solidFill>
              </a:defRPr>
            </a:pPr>
            <a:r>
              <a:rPr sz="1800" b="1" u="sng" dirty="0">
                <a:solidFill>
                  <a:schemeClr val="tx1"/>
                </a:solidFill>
              </a:rPr>
              <a:t>ADDING LOGO</a:t>
            </a:r>
            <a:r>
              <a:rPr lang="en-GB" sz="1800" b="1" u="sng" dirty="0">
                <a:solidFill>
                  <a:schemeClr val="tx1"/>
                </a:solidFill>
              </a:rPr>
              <a:t>S</a:t>
            </a:r>
            <a:endParaRPr sz="1800" b="1" u="sng" dirty="0">
              <a:solidFill>
                <a:schemeClr val="tx1"/>
              </a:solidFill>
            </a:endParaRPr>
          </a:p>
          <a:p>
            <a:pPr>
              <a:defRPr sz="4100">
                <a:solidFill>
                  <a:srgbClr val="FFFFFF"/>
                </a:solidFill>
              </a:defRPr>
            </a:pPr>
            <a:r>
              <a:rPr sz="1800" dirty="0">
                <a:solidFill>
                  <a:schemeClr val="tx1"/>
                </a:solidFill>
              </a:rPr>
              <a:t>Do not remove </a:t>
            </a:r>
            <a:r>
              <a:rPr lang="en-GB" sz="1800" dirty="0">
                <a:solidFill>
                  <a:schemeClr val="tx1"/>
                </a:solidFill>
              </a:rPr>
              <a:t>the IHPBA 2026 logo</a:t>
            </a:r>
            <a:r>
              <a:rPr sz="1800" dirty="0">
                <a:solidFill>
                  <a:schemeClr val="tx1"/>
                </a:solidFill>
              </a:rPr>
              <a:t>. You can insert </a:t>
            </a:r>
            <a:r>
              <a:rPr lang="en-GB" sz="1800" dirty="0">
                <a:solidFill>
                  <a:schemeClr val="tx1"/>
                </a:solidFill>
              </a:rPr>
              <a:t>your institutions </a:t>
            </a:r>
            <a:r>
              <a:rPr sz="1800" dirty="0">
                <a:solidFill>
                  <a:schemeClr val="tx1"/>
                </a:solidFill>
              </a:rPr>
              <a:t>logo </a:t>
            </a:r>
            <a:r>
              <a:rPr lang="en-GB" sz="1800" dirty="0">
                <a:solidFill>
                  <a:schemeClr val="tx1"/>
                </a:solidFill>
              </a:rPr>
              <a:t>where</a:t>
            </a:r>
            <a:r>
              <a:rPr sz="1800" dirty="0">
                <a:solidFill>
                  <a:schemeClr val="tx1"/>
                </a:solidFill>
              </a:rPr>
              <a:t> applicable in the </a:t>
            </a:r>
            <a:r>
              <a:rPr lang="en-GB" sz="1800" dirty="0" err="1">
                <a:solidFill>
                  <a:schemeClr val="tx1"/>
                </a:solidFill>
              </a:rPr>
              <a:t>eP</a:t>
            </a:r>
            <a:r>
              <a:rPr sz="1800" dirty="0" err="1">
                <a:solidFill>
                  <a:schemeClr val="tx1"/>
                </a:solidFill>
              </a:rPr>
              <a:t>oster</a:t>
            </a:r>
            <a:r>
              <a:rPr sz="1800" dirty="0">
                <a:solidFill>
                  <a:schemeClr val="tx1"/>
                </a:solidFill>
              </a:rPr>
              <a:t> as long as it does not cover up </a:t>
            </a:r>
            <a:r>
              <a:rPr lang="en-GB" sz="1800" dirty="0">
                <a:solidFill>
                  <a:schemeClr val="tx1"/>
                </a:solidFill>
              </a:rPr>
              <a:t>the IHPBA 2026</a:t>
            </a:r>
            <a:r>
              <a:rPr sz="1800" dirty="0">
                <a:solidFill>
                  <a:schemeClr val="tx1"/>
                </a:solidFill>
              </a:rPr>
              <a:t> logo. Logos taken from web sites are likely to be low quality</a:t>
            </a:r>
            <a:r>
              <a:rPr lang="en-GB" sz="1800" dirty="0">
                <a:solidFill>
                  <a:schemeClr val="tx1"/>
                </a:solidFill>
              </a:rPr>
              <a:t>.  </a:t>
            </a:r>
            <a:r>
              <a:rPr sz="1800" dirty="0">
                <a:solidFill>
                  <a:schemeClr val="tx1"/>
                </a:solidFill>
              </a:rPr>
              <a:t>Zoom in at 100% to see what the logo will look like on the final </a:t>
            </a:r>
            <a:r>
              <a:rPr lang="en-GB" sz="1800" dirty="0" err="1">
                <a:solidFill>
                  <a:schemeClr val="tx1"/>
                </a:solidFill>
              </a:rPr>
              <a:t>eP</a:t>
            </a:r>
            <a:r>
              <a:rPr sz="1800" dirty="0" err="1">
                <a:solidFill>
                  <a:schemeClr val="tx1"/>
                </a:solidFill>
              </a:rPr>
              <a:t>oster</a:t>
            </a:r>
            <a:r>
              <a:rPr sz="1800" dirty="0">
                <a:solidFill>
                  <a:schemeClr val="tx1"/>
                </a:solidFill>
              </a:rPr>
              <a:t> and make any necessary adjustments. Use the white version of the logo if added on top of the </a:t>
            </a:r>
            <a:r>
              <a:rPr lang="en-GB" sz="1800" dirty="0">
                <a:solidFill>
                  <a:schemeClr val="tx1"/>
                </a:solidFill>
              </a:rPr>
              <a:t>purple </a:t>
            </a:r>
            <a:r>
              <a:rPr sz="1800" dirty="0">
                <a:solidFill>
                  <a:schemeClr val="tx1"/>
                </a:solidFill>
              </a:rPr>
              <a:t>space.</a:t>
            </a:r>
          </a:p>
          <a:p>
            <a:pPr>
              <a:defRPr sz="4100">
                <a:solidFill>
                  <a:srgbClr val="FFFFFF"/>
                </a:solidFill>
              </a:defRPr>
            </a:pPr>
            <a:endParaRPr sz="1800" dirty="0">
              <a:solidFill>
                <a:schemeClr val="tx1"/>
              </a:solidFill>
            </a:endParaRPr>
          </a:p>
          <a:p>
            <a:pPr>
              <a:defRPr sz="4100">
                <a:solidFill>
                  <a:srgbClr val="FFFFFF"/>
                </a:solidFill>
              </a:defRPr>
            </a:pPr>
            <a:r>
              <a:rPr sz="1800" b="1" u="sng" dirty="0">
                <a:solidFill>
                  <a:schemeClr val="tx1"/>
                </a:solidFill>
              </a:rPr>
              <a:t>IMAGE QUALITY CHECK</a:t>
            </a:r>
          </a:p>
          <a:p>
            <a:pPr>
              <a:defRPr sz="4100">
                <a:solidFill>
                  <a:srgbClr val="FFFFFF"/>
                </a:solidFill>
              </a:defRPr>
            </a:pPr>
            <a:r>
              <a:rPr sz="1800" dirty="0">
                <a:solidFill>
                  <a:schemeClr val="tx1"/>
                </a:solidFill>
              </a:rPr>
              <a:t>Zoom in and look at your images at 100% magnification. If they look good, they will </a:t>
            </a:r>
            <a:r>
              <a:rPr lang="en-GB" sz="1800" dirty="0">
                <a:solidFill>
                  <a:schemeClr val="tx1"/>
                </a:solidFill>
              </a:rPr>
              <a:t>upload</a:t>
            </a:r>
            <a:r>
              <a:rPr sz="1800" dirty="0">
                <a:solidFill>
                  <a:schemeClr val="tx1"/>
                </a:solidFill>
              </a:rPr>
              <a:t> well. </a:t>
            </a:r>
          </a:p>
          <a:p>
            <a:pPr>
              <a:defRPr sz="4100">
                <a:solidFill>
                  <a:srgbClr val="FFFFFF"/>
                </a:solidFill>
              </a:defRPr>
            </a:pPr>
            <a:endParaRPr sz="1800" dirty="0">
              <a:solidFill>
                <a:schemeClr val="tx1"/>
              </a:solidFill>
            </a:endParaRPr>
          </a:p>
          <a:p>
            <a:pPr>
              <a:defRPr sz="4100">
                <a:solidFill>
                  <a:srgbClr val="FFFFFF"/>
                </a:solidFill>
              </a:defRPr>
            </a:pPr>
            <a:r>
              <a:rPr lang="en-US" sz="1800" b="1" u="sng" dirty="0">
                <a:solidFill>
                  <a:schemeClr val="tx1"/>
                </a:solidFill>
              </a:rPr>
              <a:t>SAVE YOUR WORK</a:t>
            </a:r>
          </a:p>
          <a:p>
            <a:pPr>
              <a:defRPr sz="4100">
                <a:solidFill>
                  <a:srgbClr val="FFFFFF"/>
                </a:solidFill>
              </a:defRPr>
            </a:pPr>
            <a:r>
              <a:rPr lang="en-US" sz="1800" dirty="0">
                <a:solidFill>
                  <a:schemeClr val="tx1"/>
                </a:solidFill>
              </a:rPr>
              <a:t>To save your poster as a PDF document (.pdf).</a:t>
            </a:r>
          </a:p>
          <a:p>
            <a:pPr>
              <a:defRPr sz="4100">
                <a:solidFill>
                  <a:srgbClr val="FFFFFF"/>
                </a:solidFill>
              </a:defRPr>
            </a:pPr>
            <a:r>
              <a:rPr lang="en-US" sz="1800" dirty="0">
                <a:solidFill>
                  <a:schemeClr val="tx1"/>
                </a:solidFill>
              </a:rPr>
              <a:t>File &gt; save as &gt; PDF.</a:t>
            </a:r>
          </a:p>
          <a:p>
            <a:pPr>
              <a:defRPr sz="4100">
                <a:solidFill>
                  <a:srgbClr val="FFFFFF"/>
                </a:solidFill>
              </a:defRPr>
            </a:pPr>
            <a:r>
              <a:rPr lang="en-US" sz="1800" dirty="0">
                <a:solidFill>
                  <a:schemeClr val="tx1"/>
                </a:solidFill>
              </a:rPr>
              <a:t>You may also save and upload as a PowerPoint slide (PPT, PPTX). </a:t>
            </a:r>
            <a:br>
              <a:rPr lang="en-US" sz="1800" dirty="0">
                <a:solidFill>
                  <a:schemeClr val="tx1"/>
                </a:solidFill>
              </a:rPr>
            </a:br>
            <a:endParaRPr lang="en-US" sz="1800" dirty="0">
              <a:solidFill>
                <a:schemeClr val="tx1"/>
              </a:solidFill>
            </a:endParaRPr>
          </a:p>
          <a:p>
            <a:pPr>
              <a:defRPr sz="4100">
                <a:solidFill>
                  <a:srgbClr val="FFFFFF"/>
                </a:solidFill>
              </a:defRPr>
            </a:pPr>
            <a:r>
              <a:rPr lang="en-US" sz="1800" b="1" dirty="0">
                <a:solidFill>
                  <a:schemeClr val="tx1"/>
                </a:solidFill>
              </a:rPr>
              <a:t>UPLOAD YOUR EPOSTER</a:t>
            </a:r>
          </a:p>
          <a:p>
            <a:pPr>
              <a:defRPr sz="4100">
                <a:solidFill>
                  <a:srgbClr val="FFFFFF"/>
                </a:solidFill>
              </a:defRPr>
            </a:pPr>
            <a:r>
              <a:rPr lang="en-US" sz="1800" dirty="0">
                <a:solidFill>
                  <a:schemeClr val="tx1"/>
                </a:solidFill>
              </a:rPr>
              <a:t>The </a:t>
            </a:r>
            <a:r>
              <a:rPr lang="en-US" sz="1800" dirty="0" err="1">
                <a:solidFill>
                  <a:schemeClr val="tx1"/>
                </a:solidFill>
              </a:rPr>
              <a:t>ePoster</a:t>
            </a:r>
            <a:r>
              <a:rPr lang="en-US" sz="1800" dirty="0">
                <a:solidFill>
                  <a:schemeClr val="tx1"/>
                </a:solidFill>
              </a:rPr>
              <a:t> upload system opens </a:t>
            </a:r>
            <a:r>
              <a:rPr lang="en-US" sz="1800" b="1" dirty="0">
                <a:solidFill>
                  <a:srgbClr val="FF0000"/>
                </a:solidFill>
              </a:rPr>
              <a:t>18 August 2026</a:t>
            </a:r>
            <a:r>
              <a:rPr lang="en-US" sz="1800" dirty="0">
                <a:solidFill>
                  <a:schemeClr val="tx1"/>
                </a:solidFill>
              </a:rPr>
              <a:t>.  Prior to that date, the presenting author will receive a </a:t>
            </a:r>
            <a:r>
              <a:rPr lang="en-US" sz="1800" dirty="0" err="1">
                <a:solidFill>
                  <a:schemeClr val="tx1"/>
                </a:solidFill>
              </a:rPr>
              <a:t>personalised</a:t>
            </a:r>
            <a:r>
              <a:rPr lang="en-US" sz="1800" dirty="0">
                <a:solidFill>
                  <a:schemeClr val="tx1"/>
                </a:solidFill>
              </a:rPr>
              <a:t> link to upload their </a:t>
            </a:r>
            <a:r>
              <a:rPr lang="en-US" sz="1800" dirty="0" err="1">
                <a:solidFill>
                  <a:schemeClr val="tx1"/>
                </a:solidFill>
              </a:rPr>
              <a:t>ePoster</a:t>
            </a:r>
            <a:r>
              <a:rPr lang="en-US" sz="1800" dirty="0">
                <a:solidFill>
                  <a:schemeClr val="tx1"/>
                </a:solidFill>
              </a:rPr>
              <a:t>.</a:t>
            </a:r>
          </a:p>
          <a:p>
            <a:pPr>
              <a:defRPr sz="4100">
                <a:solidFill>
                  <a:srgbClr val="FFFFFF"/>
                </a:solidFill>
              </a:defRPr>
            </a:pPr>
            <a:br>
              <a:rPr lang="en-US" sz="1800" dirty="0">
                <a:solidFill>
                  <a:schemeClr val="tx1"/>
                </a:solidFill>
              </a:rPr>
            </a:br>
            <a:endParaRPr sz="1800" dirty="0">
              <a:solidFill>
                <a:schemeClr val="tx1"/>
              </a:solidFill>
            </a:endParaRPr>
          </a:p>
          <a:p>
            <a:pPr>
              <a:defRPr sz="4100">
                <a:solidFill>
                  <a:srgbClr val="FFFFFF"/>
                </a:solidFill>
              </a:defRPr>
            </a:pPr>
            <a:r>
              <a:rPr sz="1800" dirty="0">
                <a:solidFill>
                  <a:schemeClr val="tx1"/>
                </a:solidFill>
              </a:rPr>
              <a:t>THANK YOU!</a:t>
            </a:r>
          </a:p>
        </p:txBody>
      </p:sp>
      <p:sp>
        <p:nvSpPr>
          <p:cNvPr id="8" name="Rectángulo redondeado 3"/>
          <p:cNvSpPr/>
          <p:nvPr/>
        </p:nvSpPr>
        <p:spPr>
          <a:xfrm>
            <a:off x="322336" y="3987046"/>
            <a:ext cx="10496728" cy="15465378"/>
          </a:xfrm>
          <a:prstGeom prst="roundRect">
            <a:avLst>
              <a:gd name="adj" fmla="val 1387"/>
            </a:avLst>
          </a:prstGeom>
          <a:solidFill>
            <a:srgbClr val="FFFFFF"/>
          </a:solidFill>
          <a:ln w="12700">
            <a:miter lim="400000"/>
          </a:ln>
        </p:spPr>
        <p:txBody>
          <a:bodyPr lIns="16852" rIns="16852" anchor="ctr"/>
          <a:lstStyle/>
          <a:p>
            <a:pPr algn="ctr"/>
            <a:endParaRPr sz="468" dirty="0"/>
          </a:p>
        </p:txBody>
      </p:sp>
      <p:pic>
        <p:nvPicPr>
          <p:cNvPr id="5" name="Picture 4">
            <a:extLst>
              <a:ext uri="{FF2B5EF4-FFF2-40B4-BE49-F238E27FC236}">
                <a16:creationId xmlns:a16="http://schemas.microsoft.com/office/drawing/2014/main" id="{5CFFAC02-4265-FCEC-382A-62797D814F63}"/>
              </a:ext>
            </a:extLst>
          </p:cNvPr>
          <p:cNvPicPr>
            <a:picLocks noChangeAspect="1"/>
          </p:cNvPicPr>
          <p:nvPr userDrawn="1"/>
        </p:nvPicPr>
        <p:blipFill>
          <a:blip r:embed="rId4">
            <a:extLst>
              <a:ext uri="{28A0092B-C50C-407E-A947-70E740481C1C}">
                <a14:useLocalDpi xmlns:a14="http://schemas.microsoft.com/office/drawing/2010/main" val="0"/>
              </a:ext>
            </a:extLst>
          </a:blip>
          <a:srcRect l="49999" t="5436" r="1"/>
          <a:stretch>
            <a:fillRect/>
          </a:stretch>
        </p:blipFill>
        <p:spPr>
          <a:xfrm>
            <a:off x="414696" y="682910"/>
            <a:ext cx="2995762" cy="2615714"/>
          </a:xfrm>
          <a:prstGeom prst="rect">
            <a:avLst/>
          </a:prstGeom>
          <a:solidFill>
            <a:srgbClr val="FFFFFF"/>
          </a:solidFill>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xStyles>
    <p:titleStyle>
      <a:lvl1pPr marL="0" marR="0" indent="0" algn="l" defTabSz="1553858" rtl="0" latinLnBrk="0">
        <a:lnSpc>
          <a:spcPct val="100000"/>
        </a:lnSpc>
        <a:spcBef>
          <a:spcPts val="0"/>
        </a:spcBef>
        <a:spcAft>
          <a:spcPts val="0"/>
        </a:spcAft>
        <a:buClrTx/>
        <a:buSzTx/>
        <a:buFontTx/>
        <a:buNone/>
        <a:tabLst/>
        <a:defRPr sz="2027" b="1" i="0" u="none" strike="noStrike" cap="all" spc="0" baseline="0">
          <a:ln>
            <a:noFill/>
          </a:ln>
          <a:solidFill>
            <a:srgbClr val="FFFFFF"/>
          </a:solidFill>
          <a:uFillTx/>
          <a:latin typeface="Arial"/>
          <a:ea typeface="Arial"/>
          <a:cs typeface="Arial"/>
          <a:sym typeface="Arial"/>
        </a:defRPr>
      </a:lvl1pPr>
      <a:lvl2pPr marL="0" marR="0" indent="0" algn="l" defTabSz="1553858" rtl="0" latinLnBrk="0">
        <a:lnSpc>
          <a:spcPct val="100000"/>
        </a:lnSpc>
        <a:spcBef>
          <a:spcPts val="0"/>
        </a:spcBef>
        <a:spcAft>
          <a:spcPts val="0"/>
        </a:spcAft>
        <a:buClrTx/>
        <a:buSzTx/>
        <a:buFontTx/>
        <a:buNone/>
        <a:tabLst/>
        <a:defRPr sz="2027" b="1" i="0" u="none" strike="noStrike" cap="all" spc="0" baseline="0">
          <a:ln>
            <a:noFill/>
          </a:ln>
          <a:solidFill>
            <a:srgbClr val="FFFFFF"/>
          </a:solidFill>
          <a:uFillTx/>
          <a:latin typeface="Arial"/>
          <a:ea typeface="Arial"/>
          <a:cs typeface="Arial"/>
          <a:sym typeface="Arial"/>
        </a:defRPr>
      </a:lvl2pPr>
      <a:lvl3pPr marL="0" marR="0" indent="0" algn="l" defTabSz="1553858" rtl="0" latinLnBrk="0">
        <a:lnSpc>
          <a:spcPct val="100000"/>
        </a:lnSpc>
        <a:spcBef>
          <a:spcPts val="0"/>
        </a:spcBef>
        <a:spcAft>
          <a:spcPts val="0"/>
        </a:spcAft>
        <a:buClrTx/>
        <a:buSzTx/>
        <a:buFontTx/>
        <a:buNone/>
        <a:tabLst/>
        <a:defRPr sz="2027" b="1" i="0" u="none" strike="noStrike" cap="all" spc="0" baseline="0">
          <a:ln>
            <a:noFill/>
          </a:ln>
          <a:solidFill>
            <a:srgbClr val="FFFFFF"/>
          </a:solidFill>
          <a:uFillTx/>
          <a:latin typeface="Arial"/>
          <a:ea typeface="Arial"/>
          <a:cs typeface="Arial"/>
          <a:sym typeface="Arial"/>
        </a:defRPr>
      </a:lvl3pPr>
      <a:lvl4pPr marL="0" marR="0" indent="0" algn="l" defTabSz="1553858" rtl="0" latinLnBrk="0">
        <a:lnSpc>
          <a:spcPct val="100000"/>
        </a:lnSpc>
        <a:spcBef>
          <a:spcPts val="0"/>
        </a:spcBef>
        <a:spcAft>
          <a:spcPts val="0"/>
        </a:spcAft>
        <a:buClrTx/>
        <a:buSzTx/>
        <a:buFontTx/>
        <a:buNone/>
        <a:tabLst/>
        <a:defRPr sz="2027" b="1" i="0" u="none" strike="noStrike" cap="all" spc="0" baseline="0">
          <a:ln>
            <a:noFill/>
          </a:ln>
          <a:solidFill>
            <a:srgbClr val="FFFFFF"/>
          </a:solidFill>
          <a:uFillTx/>
          <a:latin typeface="Arial"/>
          <a:ea typeface="Arial"/>
          <a:cs typeface="Arial"/>
          <a:sym typeface="Arial"/>
        </a:defRPr>
      </a:lvl4pPr>
      <a:lvl5pPr marL="0" marR="0" indent="0" algn="l" defTabSz="1553858" rtl="0" latinLnBrk="0">
        <a:lnSpc>
          <a:spcPct val="100000"/>
        </a:lnSpc>
        <a:spcBef>
          <a:spcPts val="0"/>
        </a:spcBef>
        <a:spcAft>
          <a:spcPts val="0"/>
        </a:spcAft>
        <a:buClrTx/>
        <a:buSzTx/>
        <a:buFontTx/>
        <a:buNone/>
        <a:tabLst/>
        <a:defRPr sz="2027" b="1" i="0" u="none" strike="noStrike" cap="all" spc="0" baseline="0">
          <a:ln>
            <a:noFill/>
          </a:ln>
          <a:solidFill>
            <a:srgbClr val="FFFFFF"/>
          </a:solidFill>
          <a:uFillTx/>
          <a:latin typeface="Arial"/>
          <a:ea typeface="Arial"/>
          <a:cs typeface="Arial"/>
          <a:sym typeface="Arial"/>
        </a:defRPr>
      </a:lvl5pPr>
      <a:lvl6pPr marL="0" marR="0" indent="0" algn="l" defTabSz="1553858" rtl="0" latinLnBrk="0">
        <a:lnSpc>
          <a:spcPct val="100000"/>
        </a:lnSpc>
        <a:spcBef>
          <a:spcPts val="0"/>
        </a:spcBef>
        <a:spcAft>
          <a:spcPts val="0"/>
        </a:spcAft>
        <a:buClrTx/>
        <a:buSzTx/>
        <a:buFontTx/>
        <a:buNone/>
        <a:tabLst/>
        <a:defRPr sz="2027" b="1" i="0" u="none" strike="noStrike" cap="all" spc="0" baseline="0">
          <a:ln>
            <a:noFill/>
          </a:ln>
          <a:solidFill>
            <a:srgbClr val="FFFFFF"/>
          </a:solidFill>
          <a:uFillTx/>
          <a:latin typeface="Arial"/>
          <a:ea typeface="Arial"/>
          <a:cs typeface="Arial"/>
          <a:sym typeface="Arial"/>
        </a:defRPr>
      </a:lvl6pPr>
      <a:lvl7pPr marL="0" marR="0" indent="0" algn="l" defTabSz="1553858" rtl="0" latinLnBrk="0">
        <a:lnSpc>
          <a:spcPct val="100000"/>
        </a:lnSpc>
        <a:spcBef>
          <a:spcPts val="0"/>
        </a:spcBef>
        <a:spcAft>
          <a:spcPts val="0"/>
        </a:spcAft>
        <a:buClrTx/>
        <a:buSzTx/>
        <a:buFontTx/>
        <a:buNone/>
        <a:tabLst/>
        <a:defRPr sz="2027" b="1" i="0" u="none" strike="noStrike" cap="all" spc="0" baseline="0">
          <a:ln>
            <a:noFill/>
          </a:ln>
          <a:solidFill>
            <a:srgbClr val="FFFFFF"/>
          </a:solidFill>
          <a:uFillTx/>
          <a:latin typeface="Arial"/>
          <a:ea typeface="Arial"/>
          <a:cs typeface="Arial"/>
          <a:sym typeface="Arial"/>
        </a:defRPr>
      </a:lvl7pPr>
      <a:lvl8pPr marL="0" marR="0" indent="0" algn="l" defTabSz="1553858" rtl="0" latinLnBrk="0">
        <a:lnSpc>
          <a:spcPct val="100000"/>
        </a:lnSpc>
        <a:spcBef>
          <a:spcPts val="0"/>
        </a:spcBef>
        <a:spcAft>
          <a:spcPts val="0"/>
        </a:spcAft>
        <a:buClrTx/>
        <a:buSzTx/>
        <a:buFontTx/>
        <a:buNone/>
        <a:tabLst/>
        <a:defRPr sz="2027" b="1" i="0" u="none" strike="noStrike" cap="all" spc="0" baseline="0">
          <a:ln>
            <a:noFill/>
          </a:ln>
          <a:solidFill>
            <a:srgbClr val="FFFFFF"/>
          </a:solidFill>
          <a:uFillTx/>
          <a:latin typeface="Arial"/>
          <a:ea typeface="Arial"/>
          <a:cs typeface="Arial"/>
          <a:sym typeface="Arial"/>
        </a:defRPr>
      </a:lvl8pPr>
      <a:lvl9pPr marL="0" marR="0" indent="0" algn="l" defTabSz="1553858" rtl="0" latinLnBrk="0">
        <a:lnSpc>
          <a:spcPct val="100000"/>
        </a:lnSpc>
        <a:spcBef>
          <a:spcPts val="0"/>
        </a:spcBef>
        <a:spcAft>
          <a:spcPts val="0"/>
        </a:spcAft>
        <a:buClrTx/>
        <a:buSzTx/>
        <a:buFontTx/>
        <a:buNone/>
        <a:tabLst/>
        <a:defRPr sz="2027" b="1" i="0" u="none" strike="noStrike" cap="all" spc="0" baseline="0">
          <a:ln>
            <a:noFill/>
          </a:ln>
          <a:solidFill>
            <a:srgbClr val="FFFFFF"/>
          </a:solidFill>
          <a:uFillTx/>
          <a:latin typeface="Arial"/>
          <a:ea typeface="Arial"/>
          <a:cs typeface="Arial"/>
          <a:sym typeface="Arial"/>
        </a:defRPr>
      </a:lvl9pPr>
    </p:titleStyle>
    <p:bodyStyle>
      <a:lvl1pPr marL="0" marR="0" indent="0" algn="l" defTabSz="1553858" rtl="0" latinLnBrk="0">
        <a:lnSpc>
          <a:spcPct val="100000"/>
        </a:lnSpc>
        <a:spcBef>
          <a:spcPts val="369"/>
        </a:spcBef>
        <a:spcAft>
          <a:spcPts val="0"/>
        </a:spcAft>
        <a:buClrTx/>
        <a:buSzTx/>
        <a:buFontTx/>
        <a:buNone/>
        <a:tabLst/>
        <a:defRPr sz="1401" b="0" i="0" u="none" strike="noStrike" cap="none" spc="0" baseline="0">
          <a:ln>
            <a:noFill/>
          </a:ln>
          <a:solidFill>
            <a:srgbClr val="FFFFFF"/>
          </a:solidFill>
          <a:uFillTx/>
          <a:latin typeface="Arial"/>
          <a:ea typeface="Arial"/>
          <a:cs typeface="Arial"/>
          <a:sym typeface="Arial"/>
        </a:defRPr>
      </a:lvl1pPr>
      <a:lvl2pPr marL="943163" marR="0" indent="-166235" algn="l" defTabSz="1553858" rtl="0" latinLnBrk="0">
        <a:lnSpc>
          <a:spcPct val="100000"/>
        </a:lnSpc>
        <a:spcBef>
          <a:spcPts val="369"/>
        </a:spcBef>
        <a:spcAft>
          <a:spcPts val="0"/>
        </a:spcAft>
        <a:buClrTx/>
        <a:buSzPct val="100000"/>
        <a:buFontTx/>
        <a:buChar char="–"/>
        <a:tabLst/>
        <a:defRPr sz="1401" b="0" i="0" u="none" strike="noStrike" cap="none" spc="0" baseline="0">
          <a:ln>
            <a:noFill/>
          </a:ln>
          <a:solidFill>
            <a:srgbClr val="FFFFFF"/>
          </a:solidFill>
          <a:uFillTx/>
          <a:latin typeface="Arial"/>
          <a:ea typeface="Arial"/>
          <a:cs typeface="Arial"/>
          <a:sym typeface="Arial"/>
        </a:defRPr>
      </a:lvl2pPr>
      <a:lvl3pPr marL="1714311" marR="0" indent="-160453" algn="l" defTabSz="1553858" rtl="0" latinLnBrk="0">
        <a:lnSpc>
          <a:spcPct val="100000"/>
        </a:lnSpc>
        <a:spcBef>
          <a:spcPts val="369"/>
        </a:spcBef>
        <a:spcAft>
          <a:spcPts val="0"/>
        </a:spcAft>
        <a:buClrTx/>
        <a:buSzPct val="100000"/>
        <a:buFontTx/>
        <a:buChar char="•"/>
        <a:tabLst/>
        <a:defRPr sz="1401" b="0" i="0" u="none" strike="noStrike" cap="none" spc="0" baseline="0">
          <a:ln>
            <a:noFill/>
          </a:ln>
          <a:solidFill>
            <a:srgbClr val="FFFFFF"/>
          </a:solidFill>
          <a:uFillTx/>
          <a:latin typeface="Arial"/>
          <a:ea typeface="Arial"/>
          <a:cs typeface="Arial"/>
          <a:sym typeface="Arial"/>
        </a:defRPr>
      </a:lvl3pPr>
      <a:lvl4pPr marL="2508638" marR="0" indent="-177851" algn="l" defTabSz="1553858" rtl="0" latinLnBrk="0">
        <a:lnSpc>
          <a:spcPct val="100000"/>
        </a:lnSpc>
        <a:spcBef>
          <a:spcPts val="369"/>
        </a:spcBef>
        <a:spcAft>
          <a:spcPts val="0"/>
        </a:spcAft>
        <a:buClrTx/>
        <a:buSzPct val="100000"/>
        <a:buFontTx/>
        <a:buChar char="–"/>
        <a:tabLst/>
        <a:defRPr sz="1401" b="0" i="0" u="none" strike="noStrike" cap="none" spc="0" baseline="0">
          <a:ln>
            <a:noFill/>
          </a:ln>
          <a:solidFill>
            <a:srgbClr val="FFFFFF"/>
          </a:solidFill>
          <a:uFillTx/>
          <a:latin typeface="Arial"/>
          <a:ea typeface="Arial"/>
          <a:cs typeface="Arial"/>
          <a:sym typeface="Arial"/>
        </a:defRPr>
      </a:lvl4pPr>
      <a:lvl5pPr marL="3285567" marR="0" indent="-177851" algn="l" defTabSz="1553858" rtl="0" latinLnBrk="0">
        <a:lnSpc>
          <a:spcPct val="100000"/>
        </a:lnSpc>
        <a:spcBef>
          <a:spcPts val="369"/>
        </a:spcBef>
        <a:spcAft>
          <a:spcPts val="0"/>
        </a:spcAft>
        <a:buClrTx/>
        <a:buSzPct val="100000"/>
        <a:buFontTx/>
        <a:buChar char="»"/>
        <a:tabLst/>
        <a:defRPr sz="1401" b="0" i="0" u="none" strike="noStrike" cap="none" spc="0" baseline="0">
          <a:ln>
            <a:noFill/>
          </a:ln>
          <a:solidFill>
            <a:srgbClr val="FFFFFF"/>
          </a:solidFill>
          <a:uFillTx/>
          <a:latin typeface="Arial"/>
          <a:ea typeface="Arial"/>
          <a:cs typeface="Arial"/>
          <a:sym typeface="Arial"/>
        </a:defRPr>
      </a:lvl5pPr>
      <a:lvl6pPr marL="4045097" marR="0" indent="-160453" algn="l" defTabSz="1553858" rtl="0" latinLnBrk="0">
        <a:lnSpc>
          <a:spcPct val="100000"/>
        </a:lnSpc>
        <a:spcBef>
          <a:spcPts val="369"/>
        </a:spcBef>
        <a:spcAft>
          <a:spcPts val="0"/>
        </a:spcAft>
        <a:buClrTx/>
        <a:buSzPct val="100000"/>
        <a:buFontTx/>
        <a:buChar char="•"/>
        <a:tabLst/>
        <a:defRPr sz="1401" b="0" i="0" u="none" strike="noStrike" cap="none" spc="0" baseline="0">
          <a:ln>
            <a:noFill/>
          </a:ln>
          <a:solidFill>
            <a:srgbClr val="FFFFFF"/>
          </a:solidFill>
          <a:uFillTx/>
          <a:latin typeface="Arial"/>
          <a:ea typeface="Arial"/>
          <a:cs typeface="Arial"/>
          <a:sym typeface="Arial"/>
        </a:defRPr>
      </a:lvl6pPr>
      <a:lvl7pPr marL="4822026" marR="0" indent="-160453" algn="l" defTabSz="1553858" rtl="0" latinLnBrk="0">
        <a:lnSpc>
          <a:spcPct val="100000"/>
        </a:lnSpc>
        <a:spcBef>
          <a:spcPts val="369"/>
        </a:spcBef>
        <a:spcAft>
          <a:spcPts val="0"/>
        </a:spcAft>
        <a:buClrTx/>
        <a:buSzPct val="100000"/>
        <a:buFontTx/>
        <a:buChar char="•"/>
        <a:tabLst/>
        <a:defRPr sz="1401" b="0" i="0" u="none" strike="noStrike" cap="none" spc="0" baseline="0">
          <a:ln>
            <a:noFill/>
          </a:ln>
          <a:solidFill>
            <a:srgbClr val="FFFFFF"/>
          </a:solidFill>
          <a:uFillTx/>
          <a:latin typeface="Arial"/>
          <a:ea typeface="Arial"/>
          <a:cs typeface="Arial"/>
          <a:sym typeface="Arial"/>
        </a:defRPr>
      </a:lvl7pPr>
      <a:lvl8pPr marL="5598955" marR="0" indent="-160453" algn="l" defTabSz="1553858" rtl="0" latinLnBrk="0">
        <a:lnSpc>
          <a:spcPct val="100000"/>
        </a:lnSpc>
        <a:spcBef>
          <a:spcPts val="369"/>
        </a:spcBef>
        <a:spcAft>
          <a:spcPts val="0"/>
        </a:spcAft>
        <a:buClrTx/>
        <a:buSzPct val="100000"/>
        <a:buFontTx/>
        <a:buChar char="•"/>
        <a:tabLst/>
        <a:defRPr sz="1401" b="0" i="0" u="none" strike="noStrike" cap="none" spc="0" baseline="0">
          <a:ln>
            <a:noFill/>
          </a:ln>
          <a:solidFill>
            <a:srgbClr val="FFFFFF"/>
          </a:solidFill>
          <a:uFillTx/>
          <a:latin typeface="Arial"/>
          <a:ea typeface="Arial"/>
          <a:cs typeface="Arial"/>
          <a:sym typeface="Arial"/>
        </a:defRPr>
      </a:lvl8pPr>
      <a:lvl9pPr marL="6375884" marR="0" indent="-160453" algn="l" defTabSz="1553858" rtl="0" latinLnBrk="0">
        <a:lnSpc>
          <a:spcPct val="100000"/>
        </a:lnSpc>
        <a:spcBef>
          <a:spcPts val="369"/>
        </a:spcBef>
        <a:spcAft>
          <a:spcPts val="0"/>
        </a:spcAft>
        <a:buClrTx/>
        <a:buSzPct val="100000"/>
        <a:buFontTx/>
        <a:buChar char="•"/>
        <a:tabLst/>
        <a:defRPr sz="1401" b="0" i="0" u="none" strike="noStrike" cap="none" spc="0" baseline="0">
          <a:ln>
            <a:noFill/>
          </a:ln>
          <a:solidFill>
            <a:srgbClr val="FFFFFF"/>
          </a:solidFill>
          <a:uFillTx/>
          <a:latin typeface="Arial"/>
          <a:ea typeface="Arial"/>
          <a:cs typeface="Arial"/>
          <a:sym typeface="Arial"/>
        </a:defRPr>
      </a:lvl9pPr>
    </p:bodyStyle>
    <p:otherStyle>
      <a:lvl1pPr marL="0" marR="0" indent="0" algn="l" defTabSz="1553858" rtl="0" latinLnBrk="0">
        <a:lnSpc>
          <a:spcPct val="100000"/>
        </a:lnSpc>
        <a:spcBef>
          <a:spcPts val="258"/>
        </a:spcBef>
        <a:spcAft>
          <a:spcPts val="0"/>
        </a:spcAft>
        <a:buClrTx/>
        <a:buSzTx/>
        <a:buFontTx/>
        <a:buNone/>
        <a:tabLst/>
        <a:defRPr sz="1106" b="0" i="0" u="none" strike="noStrike" cap="none" spc="0" baseline="0">
          <a:ln>
            <a:noFill/>
          </a:ln>
          <a:solidFill>
            <a:schemeClr val="tx1"/>
          </a:solidFill>
          <a:uFillTx/>
          <a:latin typeface="+mn-lt"/>
          <a:ea typeface="+mn-ea"/>
          <a:cs typeface="+mn-cs"/>
          <a:sym typeface="Arial"/>
        </a:defRPr>
      </a:lvl1pPr>
      <a:lvl2pPr marL="0" marR="0" indent="776928" algn="l" defTabSz="1553858" rtl="0" latinLnBrk="0">
        <a:lnSpc>
          <a:spcPct val="100000"/>
        </a:lnSpc>
        <a:spcBef>
          <a:spcPts val="258"/>
        </a:spcBef>
        <a:spcAft>
          <a:spcPts val="0"/>
        </a:spcAft>
        <a:buClrTx/>
        <a:buSzTx/>
        <a:buFontTx/>
        <a:buNone/>
        <a:tabLst/>
        <a:defRPr sz="1106" b="0" i="0" u="none" strike="noStrike" cap="none" spc="0" baseline="0">
          <a:ln>
            <a:noFill/>
          </a:ln>
          <a:solidFill>
            <a:schemeClr val="tx1"/>
          </a:solidFill>
          <a:uFillTx/>
          <a:latin typeface="+mn-lt"/>
          <a:ea typeface="+mn-ea"/>
          <a:cs typeface="+mn-cs"/>
          <a:sym typeface="Arial"/>
        </a:defRPr>
      </a:lvl2pPr>
      <a:lvl3pPr marL="0" marR="0" indent="1553858" algn="l" defTabSz="1553858" rtl="0" latinLnBrk="0">
        <a:lnSpc>
          <a:spcPct val="100000"/>
        </a:lnSpc>
        <a:spcBef>
          <a:spcPts val="258"/>
        </a:spcBef>
        <a:spcAft>
          <a:spcPts val="0"/>
        </a:spcAft>
        <a:buClrTx/>
        <a:buSzTx/>
        <a:buFontTx/>
        <a:buNone/>
        <a:tabLst/>
        <a:defRPr sz="1106" b="0" i="0" u="none" strike="noStrike" cap="none" spc="0" baseline="0">
          <a:ln>
            <a:noFill/>
          </a:ln>
          <a:solidFill>
            <a:schemeClr val="tx1"/>
          </a:solidFill>
          <a:uFillTx/>
          <a:latin typeface="+mn-lt"/>
          <a:ea typeface="+mn-ea"/>
          <a:cs typeface="+mn-cs"/>
          <a:sym typeface="Arial"/>
        </a:defRPr>
      </a:lvl3pPr>
      <a:lvl4pPr marL="0" marR="0" indent="2330787" algn="l" defTabSz="1553858" rtl="0" latinLnBrk="0">
        <a:lnSpc>
          <a:spcPct val="100000"/>
        </a:lnSpc>
        <a:spcBef>
          <a:spcPts val="258"/>
        </a:spcBef>
        <a:spcAft>
          <a:spcPts val="0"/>
        </a:spcAft>
        <a:buClrTx/>
        <a:buSzTx/>
        <a:buFontTx/>
        <a:buNone/>
        <a:tabLst/>
        <a:defRPr sz="1106" b="0" i="0" u="none" strike="noStrike" cap="none" spc="0" baseline="0">
          <a:ln>
            <a:noFill/>
          </a:ln>
          <a:solidFill>
            <a:schemeClr val="tx1"/>
          </a:solidFill>
          <a:uFillTx/>
          <a:latin typeface="+mn-lt"/>
          <a:ea typeface="+mn-ea"/>
          <a:cs typeface="+mn-cs"/>
          <a:sym typeface="Arial"/>
        </a:defRPr>
      </a:lvl4pPr>
      <a:lvl5pPr marL="0" marR="0" indent="3107716" algn="l" defTabSz="1553858" rtl="0" latinLnBrk="0">
        <a:lnSpc>
          <a:spcPct val="100000"/>
        </a:lnSpc>
        <a:spcBef>
          <a:spcPts val="258"/>
        </a:spcBef>
        <a:spcAft>
          <a:spcPts val="0"/>
        </a:spcAft>
        <a:buClrTx/>
        <a:buSzTx/>
        <a:buFontTx/>
        <a:buNone/>
        <a:tabLst/>
        <a:defRPr sz="1106" b="0" i="0" u="none" strike="noStrike" cap="none" spc="0" baseline="0">
          <a:ln>
            <a:noFill/>
          </a:ln>
          <a:solidFill>
            <a:schemeClr val="tx1"/>
          </a:solidFill>
          <a:uFillTx/>
          <a:latin typeface="+mn-lt"/>
          <a:ea typeface="+mn-ea"/>
          <a:cs typeface="+mn-cs"/>
          <a:sym typeface="Arial"/>
        </a:defRPr>
      </a:lvl5pPr>
      <a:lvl6pPr marL="0" marR="0" indent="3884645" algn="l" defTabSz="1553858" rtl="0" latinLnBrk="0">
        <a:lnSpc>
          <a:spcPct val="100000"/>
        </a:lnSpc>
        <a:spcBef>
          <a:spcPts val="258"/>
        </a:spcBef>
        <a:spcAft>
          <a:spcPts val="0"/>
        </a:spcAft>
        <a:buClrTx/>
        <a:buSzTx/>
        <a:buFontTx/>
        <a:buNone/>
        <a:tabLst/>
        <a:defRPr sz="1106" b="0" i="0" u="none" strike="noStrike" cap="none" spc="0" baseline="0">
          <a:ln>
            <a:noFill/>
          </a:ln>
          <a:solidFill>
            <a:schemeClr val="tx1"/>
          </a:solidFill>
          <a:uFillTx/>
          <a:latin typeface="+mn-lt"/>
          <a:ea typeface="+mn-ea"/>
          <a:cs typeface="+mn-cs"/>
          <a:sym typeface="Arial"/>
        </a:defRPr>
      </a:lvl6pPr>
      <a:lvl7pPr marL="0" marR="0" indent="4661574" algn="l" defTabSz="1553858" rtl="0" latinLnBrk="0">
        <a:lnSpc>
          <a:spcPct val="100000"/>
        </a:lnSpc>
        <a:spcBef>
          <a:spcPts val="258"/>
        </a:spcBef>
        <a:spcAft>
          <a:spcPts val="0"/>
        </a:spcAft>
        <a:buClrTx/>
        <a:buSzTx/>
        <a:buFontTx/>
        <a:buNone/>
        <a:tabLst/>
        <a:defRPr sz="1106" b="0" i="0" u="none" strike="noStrike" cap="none" spc="0" baseline="0">
          <a:ln>
            <a:noFill/>
          </a:ln>
          <a:solidFill>
            <a:schemeClr val="tx1"/>
          </a:solidFill>
          <a:uFillTx/>
          <a:latin typeface="+mn-lt"/>
          <a:ea typeface="+mn-ea"/>
          <a:cs typeface="+mn-cs"/>
          <a:sym typeface="Arial"/>
        </a:defRPr>
      </a:lvl7pPr>
      <a:lvl8pPr marL="0" marR="0" indent="5438502" algn="l" defTabSz="1553858" rtl="0" latinLnBrk="0">
        <a:lnSpc>
          <a:spcPct val="100000"/>
        </a:lnSpc>
        <a:spcBef>
          <a:spcPts val="258"/>
        </a:spcBef>
        <a:spcAft>
          <a:spcPts val="0"/>
        </a:spcAft>
        <a:buClrTx/>
        <a:buSzTx/>
        <a:buFontTx/>
        <a:buNone/>
        <a:tabLst/>
        <a:defRPr sz="1106" b="0" i="0" u="none" strike="noStrike" cap="none" spc="0" baseline="0">
          <a:ln>
            <a:noFill/>
          </a:ln>
          <a:solidFill>
            <a:schemeClr val="tx1"/>
          </a:solidFill>
          <a:uFillTx/>
          <a:latin typeface="+mn-lt"/>
          <a:ea typeface="+mn-ea"/>
          <a:cs typeface="+mn-cs"/>
          <a:sym typeface="Arial"/>
        </a:defRPr>
      </a:lvl8pPr>
      <a:lvl9pPr marL="0" marR="0" indent="6215432" algn="l" defTabSz="1553858" rtl="0" latinLnBrk="0">
        <a:lnSpc>
          <a:spcPct val="100000"/>
        </a:lnSpc>
        <a:spcBef>
          <a:spcPts val="258"/>
        </a:spcBef>
        <a:spcAft>
          <a:spcPts val="0"/>
        </a:spcAft>
        <a:buClrTx/>
        <a:buSzTx/>
        <a:buFontTx/>
        <a:buNone/>
        <a:tabLst/>
        <a:defRPr sz="1106" b="0" i="0" u="none" strike="noStrike" cap="none" spc="0" baseline="0">
          <a:ln>
            <a:noFill/>
          </a:ln>
          <a:solidFill>
            <a:schemeClr val="tx1"/>
          </a:solidFill>
          <a:uFillTx/>
          <a:latin typeface="+mn-lt"/>
          <a:ea typeface="+mn-ea"/>
          <a:cs typeface="+mn-cs"/>
          <a:sym typeface="Arial"/>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Fig" Type="http://schemas.openxmlformats.org/officeDocument/2006/relationships/image" Target="../media/fig1_ports.png"/></Relationships>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p:cNvSpPr>
            <a:spLocks noGrp="1"/>
          </p:cNvSpPr>
          <p:nvPr>
            <p:ph type="body" sz="quarter" idx="26"/>
          </p:nvPr>
        </p:nvSpPr>
        <p:spPr>
          <a:xfrm>
            <a:off x="4160520" y="347472"/>
            <a:ext cx="6702552" cy="1307592"/>
          </a:xfrm>
        </p:spPr>
        <p:txBody>
          <a:bodyPr anchor="b">
            <a:noAutofit/>
          </a:bodyPr>
          <a:lstStyle/>
          <a:p>
            <a:pPr marL="0" indent="0">
              <a:spcBef>
                <a:spcPts val="0"/>
              </a:spcBef>
              <a:spcAft>
                <a:spcPts val="0"/>
              </a:spcAft>
              <a:buNone/>
            </a:pPr>
            <a:r>
              <a:rPr lang="en-US" sz="2600" b="1" dirty="0"/>
              <a:t>Clinical review of robotic distal pancreatectomy</a:t>
            </a:r>
          </a:p>
        </p:txBody>
      </p:sp>
      <p:sp>
        <p:nvSpPr>
          <p:cNvPr id="102" name="Authors"/>
          <p:cNvSpPr>
            <a:spLocks noGrp="1"/>
          </p:cNvSpPr>
          <p:nvPr>
            <p:ph type="body" sz="quarter" idx="27"/>
          </p:nvPr>
        </p:nvSpPr>
        <p:spPr>
          <a:xfrm>
            <a:off x="4160520" y="1737360"/>
            <a:ext cx="6702552" cy="566928"/>
          </a:xfrm>
        </p:spPr>
        <p:txBody>
          <a:bodyPr anchor="t">
            <a:noAutofit/>
          </a:bodyPr>
          <a:lstStyle/>
          <a:p>
            <a:pPr marL="0" indent="0">
              <a:spcBef>
                <a:spcPts val="0"/>
              </a:spcBef>
              <a:spcAft>
                <a:spcPts val="0"/>
              </a:spcAft>
              <a:buNone/>
            </a:pPr>
            <a:r>
              <a:rPr lang="en-US" sz="1600" dirty="0"/>
              <a:t>Naeun Hwang</a:t>
            </a:r>
            <a:r>
              <a:rPr lang="en-US" sz="1300" baseline="30000" dirty="0"/>
              <a:t>1</a:t>
            </a:r>
            <a:r>
              <a:rPr lang="en-US" sz="1600" dirty="0"/>
              <a:t>, Sam Reddish</a:t>
            </a:r>
            <a:r>
              <a:rPr lang="en-US" sz="1300" baseline="30000" dirty="0"/>
              <a:t>1</a:t>
            </a:r>
            <a:r>
              <a:rPr lang="en-US" sz="1600" dirty="0"/>
              <a:t>, Jonathan Koea</a:t>
            </a:r>
            <a:r>
              <a:rPr lang="en-US" sz="1300" baseline="30000" dirty="0"/>
              <a:t>1,2</a:t>
            </a:r>
            <a:r>
              <a:rPr lang="en-US" sz="1600" dirty="0"/>
              <a:t>, Sanket Srinivasa</a:t>
            </a:r>
            <a:r>
              <a:rPr lang="en-US" sz="1300" baseline="30000" dirty="0"/>
              <a:t>1,2</a:t>
            </a:r>
          </a:p>
        </p:txBody>
      </p:sp>
      <p:sp>
        <p:nvSpPr>
          <p:cNvPr id="103" name="Affiliations"/>
          <p:cNvSpPr>
            <a:spLocks noGrp="1"/>
          </p:cNvSpPr>
          <p:nvPr>
            <p:ph type="body" sz="quarter" idx="25"/>
          </p:nvPr>
        </p:nvSpPr>
        <p:spPr>
          <a:xfrm>
            <a:off x="4160520" y="2395728"/>
            <a:ext cx="6702552" cy="1097280"/>
          </a:xfrm>
        </p:spPr>
        <p:txBody>
          <a:bodyPr anchor="t">
            <a:noAutofit/>
          </a:bodyPr>
          <a:lstStyle/>
          <a:p>
            <a:pPr marL="0" indent="0">
              <a:spcBef>
                <a:spcPts val="0"/>
              </a:spcBef>
              <a:spcAft>
                <a:spcPts val="200"/>
              </a:spcAft>
              <a:buNone/>
            </a:pPr>
            <a:r>
              <a:rPr lang="en-US" sz="1300" baseline="30000" dirty="0"/>
              <a:t>1</a:t>
            </a:r>
            <a:r>
              <a:rPr lang="en-US" sz="1200" dirty="0"/>
              <a:t>Upper GI Unit, Department of Surgery, Te Whatu Ora Waitematā, Auckland, New Zealand</a:t>
            </a:r>
          </a:p>
          <a:p>
            <a:pPr marL="0" indent="0">
              <a:spcBef>
                <a:spcPts val="0"/>
              </a:spcBef>
              <a:spcAft>
                <a:spcPts val="0"/>
              </a:spcAft>
              <a:buNone/>
            </a:pPr>
            <a:r>
              <a:rPr lang="en-US" sz="1300" baseline="30000" dirty="0"/>
              <a:t>2</a:t>
            </a:r>
            <a:r>
              <a:rPr lang="en-US" sz="1200" dirty="0"/>
              <a:t>Department of Surgery, University of Auckland, Auckland, New Zealand</a:t>
            </a:r>
          </a:p>
        </p:txBody>
      </p:sp>
      <p:sp>
        <p:nvSpPr>
          <p:cNvPr id="104" name="Section Title 28"/>
          <p:cNvSpPr>
            <a:spLocks noGrp="1"/>
          </p:cNvSpPr>
          <p:nvPr>
            <p:ph type="body" sz="quarter" idx="28"/>
          </p:nvPr>
        </p:nvSpPr>
        <p:spPr>
          <a:xfrm>
            <a:off x="530352" y="4224528"/>
            <a:ext cx="4681728" cy="384048"/>
          </a:xfrm>
        </p:spPr>
        <p:txBody>
          <a:bodyPr anchor="ctr">
            <a:noAutofit/>
          </a:bodyPr>
          <a:lstStyle/>
          <a:p>
            <a:pPr algn="ctr" marL="0" indent="0">
              <a:spcBef>
                <a:spcPts val="0"/>
              </a:spcBef>
              <a:spcAft>
                <a:spcPts val="0"/>
              </a:spcAft>
              <a:buNone/>
            </a:pPr>
            <a:r>
              <a:rPr lang="en-US" dirty="0"/>
              <a:t>BACKGROUND</a:t>
            </a:r>
          </a:p>
        </p:txBody>
      </p:sp>
      <p:sp>
        <p:nvSpPr>
          <p:cNvPr id="105" name="Background Text"/>
          <p:cNvSpPr>
            <a:spLocks noGrp="1"/>
          </p:cNvSpPr>
          <p:nvPr>
            <p:ph type="body" sz="quarter" idx="29"/>
          </p:nvPr>
        </p:nvSpPr>
        <p:spPr>
          <a:xfrm>
            <a:off x="530352" y="4681728"/>
            <a:ext cx="4681728" cy="1828800"/>
          </a:xfrm>
        </p:spPr>
        <p:txBody>
          <a:bodyPr anchor="t">
            <a:noAutofit/>
          </a:bodyPr>
          <a:lstStyle/>
          <a:p>
            <a:pPr marL="155448" indent="-155448">
              <a:spcBef>
                <a:spcPts val="0"/>
              </a:spcBef>
              <a:spcAft>
                <a:spcPts val="500"/>
              </a:spcAft>
              <a:buClr>
                <a:srgbClr val="213C80"/>
              </a:buClr>
              <a:buFont typeface="Arial"/>
              <a:buChar char="•"/>
            </a:pPr>
            <a:r>
              <a:rPr lang="en-US" sz="1350" dirty="0"/>
              <a:t>Distal pancreatectomy has shifted from open (ODP) to minimally invasive surgery: laparoscopic (LDP, since 1994) and robotic (RDP).</a:t>
            </a:r>
          </a:p>
          <a:p>
            <a:pPr marL="155448" indent="-155448">
              <a:spcBef>
                <a:spcPts val="0"/>
              </a:spcBef>
              <a:spcAft>
                <a:spcPts val="500"/>
              </a:spcAft>
              <a:buClr>
                <a:srgbClr val="213C80"/>
              </a:buClr>
              <a:buFont typeface="Arial"/>
              <a:buChar char="•"/>
            </a:pPr>
            <a:r>
              <a:rPr lang="en-US" sz="1350" dirty="0"/>
              <a:t xml:space="preserve">LDP is established but limited by </a:t>
            </a:r>
            <a:r>
              <a:rPr lang="en-US" sz="1350" b="1" dirty="0"/>
              <a:t>dexterity and visualisation</a:t>
            </a:r>
            <a:r>
              <a:rPr lang="en-US" sz="1350" dirty="0"/>
              <a:t>.</a:t>
            </a:r>
          </a:p>
          <a:p>
            <a:pPr marL="155448" indent="-155448">
              <a:spcBef>
                <a:spcPts val="0"/>
              </a:spcBef>
              <a:spcAft>
                <a:spcPts val="0"/>
              </a:spcAft>
              <a:buClr>
                <a:srgbClr val="213C80"/>
              </a:buClr>
              <a:buFont typeface="Arial"/>
              <a:buChar char="•"/>
            </a:pPr>
            <a:r>
              <a:rPr lang="en-US" sz="1350" dirty="0"/>
              <a:t>RDP addresses these limits, yet whether it improves outcomes over LDP remains unsettled.</a:t>
            </a:r>
          </a:p>
        </p:txBody>
      </p:sp>
      <p:sp>
        <p:nvSpPr>
          <p:cNvPr id="106" name="Aim"/>
          <p:cNvSpPr txBox="1"/>
          <p:nvPr/>
        </p:nvSpPr>
        <p:spPr>
          <a:xfrm>
            <a:off x="530352" y="6556248"/>
            <a:ext cx="4681728" cy="1005840"/>
          </a:xfrm>
          <a:prstGeom prst="roundRect">
            <a:avLst>
              <a:gd name="adj" fmla="val 12000"/>
            </a:avLst>
          </a:prstGeom>
          <a:solidFill>
            <a:srgbClr val="EEF1F8"/>
          </a:solidFill>
          <a:ln>
            <a:noFill/>
          </a:ln>
        </p:spPr>
        <p:txBody>
          <a:bodyPr wrap="square" lIns="109728" tIns="109728" rIns="109728" bIns="109728" anchor="ctr">
            <a:noAutofit/>
          </a:bodyPr>
          <a:lstStyle/>
          <a:p>
            <a:pPr marL="0" indent="0">
              <a:spcBef>
                <a:spcPts val="0"/>
              </a:spcBef>
              <a:spcAft>
                <a:spcPts val="0"/>
              </a:spcAft>
              <a:buNone/>
            </a:pPr>
            <a:r>
              <a:rPr lang="en-US" sz="1350" b="1" dirty="0">
                <a:solidFill>
                  <a:srgbClr val="213C80"/>
                </a:solidFill>
              </a:rPr>
              <a:t xml:space="preserve">AIM  </a:t>
            </a:r>
            <a:r>
              <a:rPr lang="en-US" sz="1350" dirty="0"/>
              <a:t>A clinical review comparing RDP with ODP and LDP: technique, clinical outcomes, cost-effectiveness and challenges.</a:t>
            </a:r>
          </a:p>
        </p:txBody>
      </p:sp>
      <p:sp>
        <p:nvSpPr>
          <p:cNvPr id="107" name="Section Title Advantages"/>
          <p:cNvSpPr txBox="1"/>
          <p:nvPr/>
        </p:nvSpPr>
        <p:spPr>
          <a:xfrm>
            <a:off x="530352" y="7882128"/>
            <a:ext cx="4681728" cy="384048"/>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548" b="1" dirty="0">
                <a:solidFill>
                  <a:srgbClr val="213C80"/>
                </a:solidFill>
              </a:rPr>
              <a:t>WHY ROBOTIC?</a:t>
            </a:r>
          </a:p>
        </p:txBody>
      </p:sp>
      <p:sp>
        <p:nvSpPr>
          <p:cNvPr id="108" name="Advantage 3D"/>
          <p:cNvSpPr txBox="1"/>
          <p:nvPr/>
        </p:nvSpPr>
        <p:spPr>
          <a:xfrm>
            <a:off x="530352" y="8357616"/>
            <a:ext cx="1067562" cy="1051560"/>
          </a:xfrm>
          <a:prstGeom prst="roundRect">
            <a:avLst>
              <a:gd name="adj" fmla="val 14000"/>
            </a:avLst>
          </a:prstGeom>
          <a:solidFill>
            <a:srgbClr val="EEF1F8"/>
          </a:solidFill>
          <a:ln>
            <a:noFill/>
          </a:ln>
        </p:spPr>
        <p:txBody>
          <a:bodyPr wrap="square" lIns="36576" tIns="36576" rIns="36576" bIns="36576" anchor="ctr">
            <a:noAutofit/>
          </a:bodyPr>
          <a:lstStyle/>
          <a:p>
            <a:pPr algn="ctr" marL="0" indent="0">
              <a:spcBef>
                <a:spcPts val="0"/>
              </a:spcBef>
              <a:spcAft>
                <a:spcPts val="100"/>
              </a:spcAft>
              <a:buNone/>
            </a:pPr>
            <a:r>
              <a:rPr lang="en-US" sz="1600" b="1" dirty="0">
                <a:solidFill>
                  <a:srgbClr val="213C80"/>
                </a:solidFill>
              </a:rPr>
              <a:t>3D</a:t>
            </a:r>
          </a:p>
          <a:p>
            <a:pPr algn="ctr" marL="0" indent="0">
              <a:spcBef>
                <a:spcPts val="0"/>
              </a:spcBef>
              <a:spcAft>
                <a:spcPts val="0"/>
              </a:spcAft>
              <a:buNone/>
            </a:pPr>
            <a:r>
              <a:rPr lang="en-US" sz="1150" dirty="0">
                <a:solidFill>
                  <a:srgbClr val="5B6170"/>
                </a:solidFill>
              </a:rPr>
              <a:t>magnified</a:t>
            </a:r>
          </a:p>
          <a:p>
            <a:pPr algn="ctr" marL="0" indent="0">
              <a:spcBef>
                <a:spcPts val="0"/>
              </a:spcBef>
              <a:spcAft>
                <a:spcPts val="0"/>
              </a:spcAft>
              <a:buNone/>
            </a:pPr>
            <a:r>
              <a:rPr lang="en-US" sz="1150" dirty="0">
                <a:solidFill>
                  <a:srgbClr val="5B6170"/>
                </a:solidFill>
              </a:rPr>
              <a:t>visualisation</a:t>
            </a:r>
          </a:p>
        </p:txBody>
      </p:sp>
      <p:sp>
        <p:nvSpPr>
          <p:cNvPr id="109" name="Advantage Tremor"/>
          <p:cNvSpPr txBox="1"/>
          <p:nvPr/>
        </p:nvSpPr>
        <p:spPr>
          <a:xfrm>
            <a:off x="1735074" y="8357616"/>
            <a:ext cx="1067562" cy="1051560"/>
          </a:xfrm>
          <a:prstGeom prst="roundRect">
            <a:avLst>
              <a:gd name="adj" fmla="val 14000"/>
            </a:avLst>
          </a:prstGeom>
          <a:solidFill>
            <a:srgbClr val="EEF1F8"/>
          </a:solidFill>
          <a:ln>
            <a:noFill/>
          </a:ln>
        </p:spPr>
        <p:txBody>
          <a:bodyPr wrap="square" lIns="36576" tIns="36576" rIns="36576" bIns="36576" anchor="ctr">
            <a:noAutofit/>
          </a:bodyPr>
          <a:lstStyle/>
          <a:p>
            <a:pPr algn="ctr" marL="0" indent="0">
              <a:spcBef>
                <a:spcPts val="0"/>
              </a:spcBef>
              <a:spcAft>
                <a:spcPts val="100"/>
              </a:spcAft>
              <a:buNone/>
            </a:pPr>
            <a:r>
              <a:rPr lang="en-US" sz="1600" b="1" dirty="0">
                <a:solidFill>
                  <a:srgbClr val="213C80"/>
                </a:solidFill>
              </a:rPr>
              <a:t>Tremor</a:t>
            </a:r>
          </a:p>
          <a:p>
            <a:pPr algn="ctr" marL="0" indent="0">
              <a:spcBef>
                <a:spcPts val="0"/>
              </a:spcBef>
              <a:spcAft>
                <a:spcPts val="0"/>
              </a:spcAft>
              <a:buNone/>
            </a:pPr>
            <a:r>
              <a:rPr lang="en-US" sz="1150" dirty="0">
                <a:solidFill>
                  <a:srgbClr val="5B6170"/>
                </a:solidFill>
              </a:rPr>
              <a:t>filtration</a:t>
            </a:r>
          </a:p>
        </p:txBody>
      </p:sp>
      <p:sp>
        <p:nvSpPr>
          <p:cNvPr id="110" name="Advantage Motion"/>
          <p:cNvSpPr txBox="1"/>
          <p:nvPr/>
        </p:nvSpPr>
        <p:spPr>
          <a:xfrm>
            <a:off x="2939796" y="8357616"/>
            <a:ext cx="1067562" cy="1051560"/>
          </a:xfrm>
          <a:prstGeom prst="roundRect">
            <a:avLst>
              <a:gd name="adj" fmla="val 14000"/>
            </a:avLst>
          </a:prstGeom>
          <a:solidFill>
            <a:srgbClr val="EEF1F8"/>
          </a:solidFill>
          <a:ln>
            <a:noFill/>
          </a:ln>
        </p:spPr>
        <p:txBody>
          <a:bodyPr wrap="square" lIns="36576" tIns="36576" rIns="36576" bIns="36576" anchor="ctr">
            <a:noAutofit/>
          </a:bodyPr>
          <a:lstStyle/>
          <a:p>
            <a:pPr algn="ctr" marL="0" indent="0">
              <a:spcBef>
                <a:spcPts val="0"/>
              </a:spcBef>
              <a:spcAft>
                <a:spcPts val="100"/>
              </a:spcAft>
              <a:buNone/>
            </a:pPr>
            <a:r>
              <a:rPr lang="en-US" sz="1600" b="1" dirty="0">
                <a:solidFill>
                  <a:srgbClr val="213C80"/>
                </a:solidFill>
              </a:rPr>
              <a:t>Motion</a:t>
            </a:r>
          </a:p>
          <a:p>
            <a:pPr algn="ctr" marL="0" indent="0">
              <a:spcBef>
                <a:spcPts val="0"/>
              </a:spcBef>
              <a:spcAft>
                <a:spcPts val="0"/>
              </a:spcAft>
              <a:buNone/>
            </a:pPr>
            <a:r>
              <a:rPr lang="en-US" sz="1150" dirty="0">
                <a:solidFill>
                  <a:srgbClr val="5B6170"/>
                </a:solidFill>
              </a:rPr>
              <a:t>scaling</a:t>
            </a:r>
          </a:p>
        </p:txBody>
      </p:sp>
      <p:sp>
        <p:nvSpPr>
          <p:cNvPr id="111" name="Advantage Wristed"/>
          <p:cNvSpPr txBox="1"/>
          <p:nvPr/>
        </p:nvSpPr>
        <p:spPr>
          <a:xfrm>
            <a:off x="4144518" y="8357616"/>
            <a:ext cx="1067562" cy="1051560"/>
          </a:xfrm>
          <a:prstGeom prst="roundRect">
            <a:avLst>
              <a:gd name="adj" fmla="val 14000"/>
            </a:avLst>
          </a:prstGeom>
          <a:solidFill>
            <a:srgbClr val="EEF1F8"/>
          </a:solidFill>
          <a:ln>
            <a:noFill/>
          </a:ln>
        </p:spPr>
        <p:txBody>
          <a:bodyPr wrap="square" lIns="36576" tIns="36576" rIns="36576" bIns="36576" anchor="ctr">
            <a:noAutofit/>
          </a:bodyPr>
          <a:lstStyle/>
          <a:p>
            <a:pPr algn="ctr" marL="0" indent="0">
              <a:spcBef>
                <a:spcPts val="0"/>
              </a:spcBef>
              <a:spcAft>
                <a:spcPts val="100"/>
              </a:spcAft>
              <a:buNone/>
            </a:pPr>
            <a:r>
              <a:rPr lang="en-US" sz="1600" b="1" dirty="0">
                <a:solidFill>
                  <a:srgbClr val="213C80"/>
                </a:solidFill>
              </a:rPr>
              <a:t>Wristed</a:t>
            </a:r>
          </a:p>
          <a:p>
            <a:pPr algn="ctr" marL="0" indent="0">
              <a:spcBef>
                <a:spcPts val="0"/>
              </a:spcBef>
              <a:spcAft>
                <a:spcPts val="0"/>
              </a:spcAft>
              <a:buNone/>
            </a:pPr>
            <a:r>
              <a:rPr lang="en-US" sz="1150" dirty="0">
                <a:solidFill>
                  <a:srgbClr val="5B6170"/>
                </a:solidFill>
              </a:rPr>
              <a:t>articulating</a:t>
            </a:r>
          </a:p>
          <a:p>
            <a:pPr algn="ctr" marL="0" indent="0">
              <a:spcBef>
                <a:spcPts val="0"/>
              </a:spcBef>
              <a:spcAft>
                <a:spcPts val="0"/>
              </a:spcAft>
              <a:buNone/>
            </a:pPr>
            <a:r>
              <a:rPr lang="en-US" sz="1150" dirty="0">
                <a:solidFill>
                  <a:srgbClr val="5B6170"/>
                </a:solidFill>
              </a:rPr>
              <a:t>instruments</a:t>
            </a:r>
          </a:p>
        </p:txBody>
      </p:sp>
      <p:sp>
        <p:nvSpPr>
          <p:cNvPr id="112" name="Platforms note"/>
          <p:cNvSpPr txBox="1"/>
          <p:nvPr/>
        </p:nvSpPr>
        <p:spPr>
          <a:xfrm>
            <a:off x="530352" y="9518904"/>
            <a:ext cx="4681728" cy="594360"/>
          </a:xfrm>
          <a:prstGeom prst="rect">
            <a:avLst/>
          </a:prstGeom>
          <a:noFill/>
          <a:ln>
            <a:noFill/>
          </a:ln>
        </p:spPr>
        <p:txBody>
          <a:bodyPr wrap="square" lIns="0" tIns="0" rIns="0" bIns="0" anchor="t">
            <a:noAutofit/>
          </a:bodyPr>
          <a:lstStyle/>
          <a:p>
            <a:pPr marL="0" indent="0">
              <a:spcBef>
                <a:spcPts val="0"/>
              </a:spcBef>
              <a:spcAft>
                <a:spcPts val="0"/>
              </a:spcAft>
              <a:buNone/>
            </a:pPr>
            <a:r>
              <a:rPr lang="en-US" sz="1200" b="1" dirty="0">
                <a:solidFill>
                  <a:srgbClr val="213C80"/>
                </a:solidFill>
              </a:rPr>
              <a:t xml:space="preserve">Platforms: </a:t>
            </a:r>
            <a:r>
              <a:rPr lang="en-US" sz="1200" dirty="0">
                <a:solidFill>
                  <a:srgbClr val="5B6170"/>
                </a:solidFill>
              </a:rPr>
              <a:t>almost all evidence is from da Vinci; Versius and hinotori™ have only early case reports, and none yet for Hugo.</a:t>
            </a:r>
          </a:p>
        </p:txBody>
      </p:sp>
      <p:sp>
        <p:nvSpPr>
          <p:cNvPr id="113" name="Section Title 32"/>
          <p:cNvSpPr>
            <a:spLocks noGrp="1"/>
          </p:cNvSpPr>
          <p:nvPr>
            <p:ph type="body" sz="quarter" idx="32"/>
          </p:nvPr>
        </p:nvSpPr>
        <p:spPr>
          <a:xfrm>
            <a:off x="530352" y="10479024"/>
            <a:ext cx="4681728" cy="384048"/>
          </a:xfrm>
        </p:spPr>
        <p:txBody>
          <a:bodyPr anchor="ctr">
            <a:noAutofit/>
          </a:bodyPr>
          <a:lstStyle/>
          <a:p>
            <a:pPr algn="ctr" marL="0" indent="0">
              <a:spcBef>
                <a:spcPts val="0"/>
              </a:spcBef>
              <a:spcAft>
                <a:spcPts val="0"/>
              </a:spcAft>
              <a:buNone/>
            </a:pPr>
            <a:r>
              <a:rPr lang="en-US" dirty="0"/>
              <a:t>OPERATIVE TECHNIQUE</a:t>
            </a:r>
          </a:p>
        </p:txBody>
      </p:sp>
      <p:pic>
        <p:nvPicPr>
          <p:cNvPr id="114" name="Figure 1" descr="Port placement for robotic distal pancreatectomy"/>
          <p:cNvPicPr>
            <a:picLocks noChangeAspect="1"/>
          </p:cNvPicPr>
          <p:nvPr/>
        </p:nvPicPr>
        <p:blipFill>
          <a:blip r:embed="rIdFig"/>
          <a:stretch>
            <a:fillRect/>
          </a:stretch>
        </p:blipFill>
        <p:spPr>
          <a:xfrm>
            <a:off x="530352" y="10954512"/>
            <a:ext cx="2148840" cy="2397391"/>
          </a:xfrm>
          <a:prstGeom prst="rect">
            <a:avLst/>
          </a:prstGeom>
        </p:spPr>
      </p:pic>
      <p:sp>
        <p:nvSpPr>
          <p:cNvPr id="115" name="Fig caption"/>
          <p:cNvSpPr txBox="1"/>
          <p:nvPr/>
        </p:nvSpPr>
        <p:spPr>
          <a:xfrm>
            <a:off x="530352" y="13388479"/>
            <a:ext cx="2148840" cy="685800"/>
          </a:xfrm>
          <a:prstGeom prst="rect">
            <a:avLst/>
          </a:prstGeom>
          <a:noFill/>
          <a:ln>
            <a:noFill/>
          </a:ln>
        </p:spPr>
        <p:txBody>
          <a:bodyPr wrap="square" lIns="0" tIns="0" rIns="0" bIns="0" anchor="t">
            <a:noAutofit/>
          </a:bodyPr>
          <a:lstStyle/>
          <a:p>
            <a:pPr algn="ctr" marL="0" indent="0">
              <a:spcBef>
                <a:spcPts val="0"/>
              </a:spcBef>
              <a:spcAft>
                <a:spcPts val="0"/>
              </a:spcAft>
              <a:buNone/>
            </a:pPr>
            <a:r>
              <a:rPr lang="en-US" sz="1100" b="1" dirty="0"/>
              <a:t xml:space="preserve">Fig. 1 </a:t>
            </a:r>
            <a:r>
              <a:rPr lang="en-US" sz="1100" dirty="0">
                <a:solidFill>
                  <a:srgbClr val="5B6170"/>
                </a:solidFill>
              </a:rPr>
              <a:t>Port placement: 8 mm robotic arms, 12 mm camera, 5 and 12 mm assistant ports</a:t>
            </a:r>
          </a:p>
        </p:txBody>
      </p:sp>
      <p:sp>
        <p:nvSpPr>
          <p:cNvPr id="116" name="Technique Steps"/>
          <p:cNvSpPr>
            <a:spLocks noGrp="1"/>
          </p:cNvSpPr>
          <p:nvPr>
            <p:ph type="body" sz="quarter" idx="33"/>
          </p:nvPr>
        </p:nvSpPr>
        <p:spPr>
          <a:xfrm>
            <a:off x="2843784" y="10954512"/>
            <a:ext cx="2368296" cy="2743200"/>
          </a:xfrm>
        </p:spPr>
        <p:txBody>
          <a:bodyPr anchor="t">
            <a:noAutofit/>
          </a:bodyPr>
          <a:lstStyle/>
          <a:p>
            <a:pPr marL="0" indent="0">
              <a:spcBef>
                <a:spcPts val="0"/>
              </a:spcBef>
              <a:spcAft>
                <a:spcPts val="700"/>
              </a:spcAft>
              <a:buNone/>
            </a:pPr>
            <a:r>
              <a:rPr lang="en-US" sz="1250" b="1" dirty="0">
                <a:solidFill>
                  <a:srgbClr val="BB890B"/>
                </a:solidFill>
              </a:rPr>
              <a:t xml:space="preserve">1  </a:t>
            </a:r>
            <a:r>
              <a:rPr lang="en-US" sz="1250" b="1" dirty="0">
                <a:solidFill>
                  <a:srgbClr val="213C80"/>
                </a:solidFill>
              </a:rPr>
              <a:t xml:space="preserve">Position  </a:t>
            </a:r>
            <a:r>
              <a:rPr lang="en-US" sz="1250" dirty="0"/>
              <a:t>Supine or split legs; steep reverse Trendelenburg, then dock</a:t>
            </a:r>
          </a:p>
          <a:p>
            <a:pPr marL="0" indent="0">
              <a:spcBef>
                <a:spcPts val="0"/>
              </a:spcBef>
              <a:spcAft>
                <a:spcPts val="700"/>
              </a:spcAft>
              <a:buNone/>
            </a:pPr>
            <a:r>
              <a:rPr lang="en-US" sz="1250" b="1" dirty="0">
                <a:solidFill>
                  <a:srgbClr val="BB890B"/>
                </a:solidFill>
              </a:rPr>
              <a:t xml:space="preserve">2  </a:t>
            </a:r>
            <a:r>
              <a:rPr lang="en-US" sz="1250" b="1" dirty="0">
                <a:solidFill>
                  <a:srgbClr val="213C80"/>
                </a:solidFill>
              </a:rPr>
              <a:t xml:space="preserve">Expose  </a:t>
            </a:r>
            <a:r>
              <a:rPr lang="en-US" sz="1250" dirty="0"/>
              <a:t>Enter the lesser sac to expose the pancreas</a:t>
            </a:r>
          </a:p>
          <a:p>
            <a:pPr marL="0" indent="0">
              <a:spcBef>
                <a:spcPts val="0"/>
              </a:spcBef>
              <a:spcAft>
                <a:spcPts val="700"/>
              </a:spcAft>
              <a:buNone/>
            </a:pPr>
            <a:r>
              <a:rPr lang="en-US" sz="1250" b="1" dirty="0">
                <a:solidFill>
                  <a:srgbClr val="BB890B"/>
                </a:solidFill>
              </a:rPr>
              <a:t xml:space="preserve">3  </a:t>
            </a:r>
            <a:r>
              <a:rPr lang="en-US" sz="1250" b="1" dirty="0">
                <a:solidFill>
                  <a:srgbClr val="213C80"/>
                </a:solidFill>
              </a:rPr>
              <a:t xml:space="preserve">Control  </a:t>
            </a:r>
            <a:r>
              <a:rPr lang="en-US" sz="1250" dirty="0"/>
              <a:t>Splenic artery and splenic vein</a:t>
            </a:r>
          </a:p>
          <a:p>
            <a:pPr marL="0" indent="0">
              <a:spcBef>
                <a:spcPts val="0"/>
              </a:spcBef>
              <a:spcAft>
                <a:spcPts val="700"/>
              </a:spcAft>
              <a:buNone/>
            </a:pPr>
            <a:r>
              <a:rPr lang="en-US" sz="1250" b="1" dirty="0">
                <a:solidFill>
                  <a:srgbClr val="BB890B"/>
                </a:solidFill>
              </a:rPr>
              <a:t xml:space="preserve">4  </a:t>
            </a:r>
            <a:r>
              <a:rPr lang="en-US" sz="1250" b="1" dirty="0">
                <a:solidFill>
                  <a:srgbClr val="213C80"/>
                </a:solidFill>
              </a:rPr>
              <a:t xml:space="preserve">Divide  </a:t>
            </a:r>
            <a:r>
              <a:rPr lang="en-US" sz="1250" dirty="0"/>
              <a:t>Pancreas with a macroscopic margin</a:t>
            </a:r>
          </a:p>
          <a:p>
            <a:pPr marL="0" indent="0">
              <a:spcBef>
                <a:spcPts val="0"/>
              </a:spcBef>
              <a:spcAft>
                <a:spcPts val="700"/>
              </a:spcAft>
              <a:buNone/>
            </a:pPr>
            <a:r>
              <a:rPr lang="en-US" sz="1250" b="1" dirty="0">
                <a:solidFill>
                  <a:srgbClr val="BB890B"/>
                </a:solidFill>
              </a:rPr>
              <a:t xml:space="preserve">5  </a:t>
            </a:r>
            <a:r>
              <a:rPr lang="en-US" sz="1250" b="1" dirty="0">
                <a:solidFill>
                  <a:srgbClr val="213C80"/>
                </a:solidFill>
              </a:rPr>
              <a:t xml:space="preserve">Resect  </a:t>
            </a:r>
            <a:r>
              <a:rPr lang="en-US" sz="1250" dirty="0"/>
              <a:t>En bloc retroperitoneal dissection ± spleen</a:t>
            </a:r>
          </a:p>
        </p:txBody>
      </p:sp>
      <p:sp>
        <p:nvSpPr>
          <p:cNvPr id="117" name="Spleen preserving"/>
          <p:cNvSpPr txBox="1"/>
          <p:nvPr/>
        </p:nvSpPr>
        <p:spPr>
          <a:xfrm>
            <a:off x="2843784" y="13770864"/>
            <a:ext cx="2368296" cy="749808"/>
          </a:xfrm>
          <a:prstGeom prst="roundRect">
            <a:avLst>
              <a:gd name="adj" fmla="val 14000"/>
            </a:avLst>
          </a:prstGeom>
          <a:solidFill>
            <a:srgbClr val="F7EFD9"/>
          </a:solidFill>
          <a:ln>
            <a:noFill/>
          </a:ln>
        </p:spPr>
        <p:txBody>
          <a:bodyPr wrap="square" lIns="73152" tIns="73152" rIns="73152" bIns="73152" anchor="ctr">
            <a:noAutofit/>
          </a:bodyPr>
          <a:lstStyle/>
          <a:p>
            <a:pPr marL="0" indent="0">
              <a:spcBef>
                <a:spcPts val="0"/>
              </a:spcBef>
              <a:spcAft>
                <a:spcPts val="0"/>
              </a:spcAft>
              <a:buNone/>
            </a:pPr>
            <a:r>
              <a:rPr lang="en-US" sz="1200" b="1" dirty="0">
                <a:solidFill>
                  <a:srgbClr val="213C80"/>
                </a:solidFill>
              </a:rPr>
              <a:t xml:space="preserve">Spleen-preserving options: </a:t>
            </a:r>
            <a:r>
              <a:rPr lang="en-US" sz="1200" dirty="0"/>
              <a:t>splenic vessel preservation or Warshaw technique</a:t>
            </a:r>
          </a:p>
        </p:txBody>
      </p:sp>
      <p:sp>
        <p:nvSpPr>
          <p:cNvPr id="118" name="Section Title 40"/>
          <p:cNvSpPr>
            <a:spLocks noGrp="1"/>
          </p:cNvSpPr>
          <p:nvPr>
            <p:ph type="body" sz="quarter" idx="40"/>
          </p:nvPr>
        </p:nvSpPr>
        <p:spPr>
          <a:xfrm>
            <a:off x="530352" y="14886432"/>
            <a:ext cx="4681728" cy="384048"/>
          </a:xfrm>
        </p:spPr>
        <p:txBody>
          <a:bodyPr anchor="ctr">
            <a:noAutofit/>
          </a:bodyPr>
          <a:lstStyle/>
          <a:p>
            <a:pPr algn="ctr" marL="0" indent="0">
              <a:spcBef>
                <a:spcPts val="0"/>
              </a:spcBef>
              <a:spcAft>
                <a:spcPts val="0"/>
              </a:spcAft>
              <a:buNone/>
            </a:pPr>
            <a:r>
              <a:rPr lang="en-US" dirty="0"/>
              <a:t>CHALLENGES</a:t>
            </a:r>
          </a:p>
        </p:txBody>
      </p:sp>
      <p:sp>
        <p:nvSpPr>
          <p:cNvPr id="119" name="Challenge icon"/>
          <p:cNvSpPr txBox="1"/>
          <p:nvPr/>
        </p:nvSpPr>
        <p:spPr>
          <a:xfrm>
            <a:off x="530352" y="15407640"/>
            <a:ext cx="384048" cy="384048"/>
          </a:xfrm>
          <a:prstGeom prst="ellipse">
            <a:avLst/>
          </a:prstGeom>
          <a:solidFill>
            <a:srgbClr val="BB890B"/>
          </a:solidFill>
          <a:ln>
            <a:noFill/>
          </a:ln>
        </p:spPr>
        <p:txBody>
          <a:bodyPr wrap="square" lIns="0" tIns="0" rIns="0" bIns="0" anchor="ctr">
            <a:noAutofit/>
          </a:bodyPr>
          <a:lstStyle/>
          <a:p>
            <a:pPr algn="ctr" marL="0" indent="0">
              <a:spcBef>
                <a:spcPts val="0"/>
              </a:spcBef>
              <a:spcAft>
                <a:spcPts val="0"/>
              </a:spcAft>
              <a:buNone/>
            </a:pPr>
            <a:r>
              <a:rPr lang="en-US" sz="1600" b="1" dirty="0">
                <a:solidFill>
                  <a:srgbClr val="FFFFFF"/>
                </a:solidFill>
              </a:rPr>
              <a:t>!</a:t>
            </a:r>
          </a:p>
        </p:txBody>
      </p:sp>
      <p:sp>
        <p:nvSpPr>
          <p:cNvPr id="120" name="Challenge Operative time"/>
          <p:cNvSpPr txBox="1"/>
          <p:nvPr/>
        </p:nvSpPr>
        <p:spPr>
          <a:xfrm>
            <a:off x="1060704" y="15361920"/>
            <a:ext cx="4151376" cy="960120"/>
          </a:xfrm>
          <a:prstGeom prst="rect">
            <a:avLst/>
          </a:prstGeom>
          <a:noFill/>
          <a:ln>
            <a:noFill/>
          </a:ln>
        </p:spPr>
        <p:txBody>
          <a:bodyPr wrap="square" lIns="0" tIns="0" rIns="0" bIns="0" anchor="t">
            <a:noAutofit/>
          </a:bodyPr>
          <a:lstStyle/>
          <a:p>
            <a:pPr marL="0" indent="0">
              <a:spcBef>
                <a:spcPts val="0"/>
              </a:spcBef>
              <a:spcAft>
                <a:spcPts val="100"/>
              </a:spcAft>
              <a:buNone/>
            </a:pPr>
            <a:r>
              <a:rPr lang="en-US" sz="1350" b="1" dirty="0">
                <a:solidFill>
                  <a:srgbClr val="213C80"/>
                </a:solidFill>
              </a:rPr>
              <a:t>Operative time</a:t>
            </a:r>
          </a:p>
          <a:p>
            <a:pPr marL="0" indent="0">
              <a:spcBef>
                <a:spcPts val="0"/>
              </a:spcBef>
              <a:spcAft>
                <a:spcPts val="0"/>
              </a:spcAft>
              <a:buNone/>
            </a:pPr>
            <a:r>
              <a:rPr lang="en-US" sz="1250" dirty="0"/>
              <a:t>≈30 min longer than LDP in meta-analysis, largely robot docking; shortens along the learning curve.</a:t>
            </a:r>
          </a:p>
        </p:txBody>
      </p:sp>
      <p:sp>
        <p:nvSpPr>
          <p:cNvPr id="121" name="Challenge icon"/>
          <p:cNvSpPr txBox="1"/>
          <p:nvPr/>
        </p:nvSpPr>
        <p:spPr>
          <a:xfrm>
            <a:off x="530352" y="16431768"/>
            <a:ext cx="384048" cy="384048"/>
          </a:xfrm>
          <a:prstGeom prst="ellipse">
            <a:avLst/>
          </a:prstGeom>
          <a:solidFill>
            <a:srgbClr val="BB890B"/>
          </a:solidFill>
          <a:ln>
            <a:noFill/>
          </a:ln>
        </p:spPr>
        <p:txBody>
          <a:bodyPr wrap="square" lIns="0" tIns="0" rIns="0" bIns="0" anchor="ctr">
            <a:noAutofit/>
          </a:bodyPr>
          <a:lstStyle/>
          <a:p>
            <a:pPr algn="ctr" marL="0" indent="0">
              <a:spcBef>
                <a:spcPts val="0"/>
              </a:spcBef>
              <a:spcAft>
                <a:spcPts val="0"/>
              </a:spcAft>
              <a:buNone/>
            </a:pPr>
            <a:r>
              <a:rPr lang="en-US" sz="1600" b="1" dirty="0">
                <a:solidFill>
                  <a:srgbClr val="FFFFFF"/>
                </a:solidFill>
              </a:rPr>
              <a:t>!</a:t>
            </a:r>
          </a:p>
        </p:txBody>
      </p:sp>
      <p:sp>
        <p:nvSpPr>
          <p:cNvPr id="122" name="Challenge Team &amp; training"/>
          <p:cNvSpPr txBox="1"/>
          <p:nvPr/>
        </p:nvSpPr>
        <p:spPr>
          <a:xfrm>
            <a:off x="1060704" y="16386048"/>
            <a:ext cx="4151376" cy="960120"/>
          </a:xfrm>
          <a:prstGeom prst="rect">
            <a:avLst/>
          </a:prstGeom>
          <a:noFill/>
          <a:ln>
            <a:noFill/>
          </a:ln>
        </p:spPr>
        <p:txBody>
          <a:bodyPr wrap="square" lIns="0" tIns="0" rIns="0" bIns="0" anchor="t">
            <a:noAutofit/>
          </a:bodyPr>
          <a:lstStyle/>
          <a:p>
            <a:pPr marL="0" indent="0">
              <a:spcBef>
                <a:spcPts val="0"/>
              </a:spcBef>
              <a:spcAft>
                <a:spcPts val="100"/>
              </a:spcAft>
              <a:buNone/>
            </a:pPr>
            <a:r>
              <a:rPr lang="en-US" sz="1350" b="1" dirty="0">
                <a:solidFill>
                  <a:srgbClr val="213C80"/>
                </a:solidFill>
              </a:rPr>
              <a:t>Team &amp; training</a:t>
            </a:r>
          </a:p>
          <a:p>
            <a:pPr marL="0" indent="0">
              <a:spcBef>
                <a:spcPts val="0"/>
              </a:spcBef>
              <a:spcAft>
                <a:spcPts val="0"/>
              </a:spcAft>
              <a:buNone/>
            </a:pPr>
            <a:r>
              <a:rPr lang="en-US" sz="1250" dirty="0"/>
              <a:t>Needs a console surgeon, skilled bedside assistant and robot-trained scrub nurse; few training centres.</a:t>
            </a:r>
          </a:p>
        </p:txBody>
      </p:sp>
      <p:sp>
        <p:nvSpPr>
          <p:cNvPr id="123" name="Challenge icon"/>
          <p:cNvSpPr txBox="1"/>
          <p:nvPr/>
        </p:nvSpPr>
        <p:spPr>
          <a:xfrm>
            <a:off x="530352" y="17455896"/>
            <a:ext cx="384048" cy="384048"/>
          </a:xfrm>
          <a:prstGeom prst="ellipse">
            <a:avLst/>
          </a:prstGeom>
          <a:solidFill>
            <a:srgbClr val="BB890B"/>
          </a:solidFill>
          <a:ln>
            <a:noFill/>
          </a:ln>
        </p:spPr>
        <p:txBody>
          <a:bodyPr wrap="square" lIns="0" tIns="0" rIns="0" bIns="0" anchor="ctr">
            <a:noAutofit/>
          </a:bodyPr>
          <a:lstStyle/>
          <a:p>
            <a:pPr algn="ctr" marL="0" indent="0">
              <a:spcBef>
                <a:spcPts val="0"/>
              </a:spcBef>
              <a:spcAft>
                <a:spcPts val="0"/>
              </a:spcAft>
              <a:buNone/>
            </a:pPr>
            <a:r>
              <a:rPr lang="en-US" sz="1600" b="1" dirty="0">
                <a:solidFill>
                  <a:srgbClr val="FFFFFF"/>
                </a:solidFill>
              </a:rPr>
              <a:t>!</a:t>
            </a:r>
          </a:p>
        </p:txBody>
      </p:sp>
      <p:sp>
        <p:nvSpPr>
          <p:cNvPr id="124" name="Challenge Cost &amp; access"/>
          <p:cNvSpPr txBox="1"/>
          <p:nvPr/>
        </p:nvSpPr>
        <p:spPr>
          <a:xfrm>
            <a:off x="1060704" y="17410176"/>
            <a:ext cx="4151376" cy="960120"/>
          </a:xfrm>
          <a:prstGeom prst="rect">
            <a:avLst/>
          </a:prstGeom>
          <a:noFill/>
          <a:ln>
            <a:noFill/>
          </a:ln>
        </p:spPr>
        <p:txBody>
          <a:bodyPr wrap="square" lIns="0" tIns="0" rIns="0" bIns="0" anchor="t">
            <a:noAutofit/>
          </a:bodyPr>
          <a:lstStyle/>
          <a:p>
            <a:pPr marL="0" indent="0">
              <a:spcBef>
                <a:spcPts val="0"/>
              </a:spcBef>
              <a:spcAft>
                <a:spcPts val="100"/>
              </a:spcAft>
              <a:buNone/>
            </a:pPr>
            <a:r>
              <a:rPr lang="en-US" sz="1350" b="1" dirty="0">
                <a:solidFill>
                  <a:srgbClr val="213C80"/>
                </a:solidFill>
              </a:rPr>
              <a:t>Cost &amp; access</a:t>
            </a:r>
          </a:p>
          <a:p>
            <a:pPr marL="0" indent="0">
              <a:spcBef>
                <a:spcPts val="0"/>
              </a:spcBef>
              <a:spcAft>
                <a:spcPts val="0"/>
              </a:spcAft>
              <a:buNone/>
            </a:pPr>
            <a:r>
              <a:rPr lang="en-US" sz="1250" dirty="0"/>
              <a:t>High upfront cost; robots concentrated in advanced economies, creating inequity of access.</a:t>
            </a:r>
          </a:p>
        </p:txBody>
      </p:sp>
      <p:sp>
        <p:nvSpPr>
          <p:cNvPr id="125" name="Section Title 30"/>
          <p:cNvSpPr>
            <a:spLocks noGrp="1"/>
          </p:cNvSpPr>
          <p:nvPr>
            <p:ph type="body" sz="quarter" idx="30"/>
          </p:nvPr>
        </p:nvSpPr>
        <p:spPr>
          <a:xfrm>
            <a:off x="5952744" y="4224528"/>
            <a:ext cx="4681728" cy="384048"/>
          </a:xfrm>
        </p:spPr>
        <p:txBody>
          <a:bodyPr anchor="ctr">
            <a:noAutofit/>
          </a:bodyPr>
          <a:lstStyle/>
          <a:p>
            <a:pPr algn="ctr" marL="0" indent="0">
              <a:spcBef>
                <a:spcPts val="0"/>
              </a:spcBef>
              <a:spcAft>
                <a:spcPts val="0"/>
              </a:spcAft>
              <a:buNone/>
            </a:pPr>
            <a:r>
              <a:rPr lang="en-US" dirty="0"/>
              <a:t>CLINICAL OUTCOMES OF RDP</a:t>
            </a:r>
          </a:p>
        </p:txBody>
      </p:sp>
      <p:graphicFrame>
        <p:nvGraphicFramePr>
          <p:cNvPr id="126" name="Outcomes table"/>
          <p:cNvGraphicFramePr>
            <a:graphicFrameLocks noGrp="1"/>
          </p:cNvGraphicFramePr>
          <p:nvPr/>
        </p:nvGraphicFramePr>
        <p:xfrm>
          <a:off x="5952744" y="4681728"/>
          <a:ext cx="4681728" cy="3877056"/>
        </p:xfrm>
        <a:graphic>
          <a:graphicData uri="http://schemas.openxmlformats.org/drawingml/2006/table">
            <a:tbl>
              <a:tblPr firstRow="1" bandRow="1"/>
              <a:tblGrid>
                <a:gridCol w="1298448"/>
                <a:gridCol w="1591056"/>
                <a:gridCol w="1792224"/>
              </a:tblGrid>
              <a:tr h="384048">
                <a:tc>
                  <a:txBody>
                    <a:bodyPr/>
                    <a:lstStyle/>
                    <a:p>
                      <a:pPr marL="0" indent="0">
                        <a:spcBef>
                          <a:spcPts val="0"/>
                        </a:spcBef>
                        <a:spcAft>
                          <a:spcPts val="0"/>
                        </a:spcAft>
                        <a:buNone/>
                      </a:pPr>
                      <a:r>
                        <a:rPr lang="en-US" sz="1200" b="1" dirty="0">
                          <a:solidFill>
                            <a:srgbClr val="FFFFFF"/>
                          </a:solidFill>
                        </a:rPr>
                        <a:t>Outcome</a:t>
                      </a:r>
                    </a:p>
                  </a:txBody>
                  <a:tcPr marL="45720" marR="45720"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213C80"/>
                    </a:solidFill>
                  </a:tcPr>
                </a:tc>
                <a:tc>
                  <a:txBody>
                    <a:bodyPr/>
                    <a:lstStyle/>
                    <a:p>
                      <a:pPr marL="0" indent="0">
                        <a:spcBef>
                          <a:spcPts val="0"/>
                        </a:spcBef>
                        <a:spcAft>
                          <a:spcPts val="0"/>
                        </a:spcAft>
                        <a:buNone/>
                      </a:pPr>
                      <a:r>
                        <a:rPr lang="en-US" sz="1200" b="1" dirty="0">
                          <a:solidFill>
                            <a:srgbClr val="FFFFFF"/>
                          </a:solidFill>
                        </a:rPr>
                        <a:t>RDP vs ODP</a:t>
                      </a:r>
                    </a:p>
                  </a:txBody>
                  <a:tcPr marL="45720" marR="45720"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213C80"/>
                    </a:solidFill>
                  </a:tcPr>
                </a:tc>
                <a:tc>
                  <a:txBody>
                    <a:bodyPr/>
                    <a:lstStyle/>
                    <a:p>
                      <a:pPr marL="0" indent="0">
                        <a:spcBef>
                          <a:spcPts val="0"/>
                        </a:spcBef>
                        <a:spcAft>
                          <a:spcPts val="0"/>
                        </a:spcAft>
                        <a:buNone/>
                      </a:pPr>
                      <a:r>
                        <a:rPr lang="en-US" sz="1200" b="1" dirty="0">
                          <a:solidFill>
                            <a:srgbClr val="FFFFFF"/>
                          </a:solidFill>
                        </a:rPr>
                        <a:t>RDP vs LDP</a:t>
                      </a:r>
                    </a:p>
                  </a:txBody>
                  <a:tcPr marL="45720" marR="45720"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213C80"/>
                    </a:solidFill>
                  </a:tcPr>
                </a:tc>
              </a:tr>
              <a:tr h="420624">
                <a:tc>
                  <a:txBody>
                    <a:bodyPr/>
                    <a:lstStyle/>
                    <a:p>
                      <a:pPr marL="0" indent="0">
                        <a:spcBef>
                          <a:spcPts val="0"/>
                        </a:spcBef>
                        <a:spcAft>
                          <a:spcPts val="0"/>
                        </a:spcAft>
                        <a:buNone/>
                      </a:pPr>
                      <a:r>
                        <a:rPr lang="en-US" sz="1150" b="1" dirty="0"/>
                        <a:t>Blood loss</a:t>
                      </a:r>
                    </a:p>
                  </a:txBody>
                  <a:tcPr marL="45720" marR="45720" marT="27432" marB="27432" anchor="ctr">
                    <a:lnL w="6350">
                      <a:solidFill>
                        <a:srgbClr val="D5DAE6"/>
                      </a:solidFill>
                    </a:lnL>
                    <a:lnR w="6350">
                      <a:solidFill>
                        <a:srgbClr val="D5DAE6"/>
                      </a:solidFill>
                    </a:lnR>
                    <a:lnT w="6350">
                      <a:solidFill>
                        <a:srgbClr val="D5DAE6"/>
                      </a:solidFill>
                    </a:lnT>
                    <a:lnB w="6350">
                      <a:solidFill>
                        <a:srgbClr val="D5DAE6"/>
                      </a:solidFill>
                    </a:lnB>
                    <a:noFill/>
                  </a:tcPr>
                </a:tc>
                <a:tc>
                  <a:txBody>
                    <a:bodyPr/>
                    <a:lstStyle/>
                    <a:p>
                      <a:pPr algn="l" marL="0" indent="0">
                        <a:spcBef>
                          <a:spcPts val="0"/>
                        </a:spcBef>
                        <a:spcAft>
                          <a:spcPts val="0"/>
                        </a:spcAft>
                        <a:buNone/>
                      </a:pPr>
                      <a:r>
                        <a:rPr lang="en-US" sz="1150" b="1" dirty="0">
                          <a:solidFill>
                            <a:srgbClr val="1E7B3C"/>
                          </a:solidFill>
                        </a:rPr>
                        <a:t xml:space="preserve">▼ </a:t>
                      </a:r>
                      <a:r>
                        <a:rPr lang="en-US" sz="1150" dirty="0">
                          <a:solidFill>
                            <a:srgbClr val="1E7B3C"/>
                          </a:solidFill>
                        </a:rPr>
                        <a:t>Lower</a:t>
                      </a:r>
                    </a:p>
                  </a:txBody>
                  <a:tcPr marL="45720" marR="45720" marT="27432" marB="27432" anchor="ctr">
                    <a:lnL w="6350">
                      <a:solidFill>
                        <a:srgbClr val="D5DAE6"/>
                      </a:solidFill>
                    </a:lnL>
                    <a:lnR w="6350">
                      <a:solidFill>
                        <a:srgbClr val="D5DAE6"/>
                      </a:solidFill>
                    </a:lnR>
                    <a:lnT w="6350">
                      <a:solidFill>
                        <a:srgbClr val="D5DAE6"/>
                      </a:solidFill>
                    </a:lnT>
                    <a:lnB w="6350">
                      <a:solidFill>
                        <a:srgbClr val="D5DAE6"/>
                      </a:solidFill>
                    </a:lnB>
                    <a:noFill/>
                  </a:tcPr>
                </a:tc>
                <a:tc>
                  <a:txBody>
                    <a:bodyPr/>
                    <a:lstStyle/>
                    <a:p>
                      <a:pPr algn="l" marL="0" indent="0">
                        <a:spcBef>
                          <a:spcPts val="0"/>
                        </a:spcBef>
                        <a:spcAft>
                          <a:spcPts val="0"/>
                        </a:spcAft>
                        <a:buNone/>
                      </a:pPr>
                      <a:r>
                        <a:rPr lang="en-US" sz="1150" b="1" dirty="0">
                          <a:solidFill>
                            <a:srgbClr val="1E7B3C"/>
                          </a:solidFill>
                        </a:rPr>
                        <a:t xml:space="preserve">▼ </a:t>
                      </a:r>
                      <a:r>
                        <a:rPr lang="en-US" sz="1150" dirty="0">
                          <a:solidFill>
                            <a:srgbClr val="1E7B3C"/>
                          </a:solidFill>
                        </a:rPr>
                        <a:t>Lower (planned SP)</a:t>
                      </a:r>
                    </a:p>
                  </a:txBody>
                  <a:tcPr marL="45720" marR="45720" marT="27432" marB="27432" anchor="ctr">
                    <a:lnL w="6350">
                      <a:solidFill>
                        <a:srgbClr val="D5DAE6"/>
                      </a:solidFill>
                    </a:lnL>
                    <a:lnR w="6350">
                      <a:solidFill>
                        <a:srgbClr val="D5DAE6"/>
                      </a:solidFill>
                    </a:lnR>
                    <a:lnT w="6350">
                      <a:solidFill>
                        <a:srgbClr val="D5DAE6"/>
                      </a:solidFill>
                    </a:lnT>
                    <a:lnB w="6350">
                      <a:solidFill>
                        <a:srgbClr val="D5DAE6"/>
                      </a:solidFill>
                    </a:lnB>
                    <a:noFill/>
                  </a:tcPr>
                </a:tc>
              </a:tr>
              <a:tr h="603504">
                <a:tc>
                  <a:txBody>
                    <a:bodyPr/>
                    <a:lstStyle/>
                    <a:p>
                      <a:pPr marL="0" indent="0">
                        <a:spcBef>
                          <a:spcPts val="0"/>
                        </a:spcBef>
                        <a:spcAft>
                          <a:spcPts val="0"/>
                        </a:spcAft>
                        <a:buNone/>
                      </a:pPr>
                      <a:r>
                        <a:rPr lang="en-US" sz="1150" b="1" dirty="0"/>
                        <a:t>Complications</a:t>
                      </a:r>
                    </a:p>
                  </a:txBody>
                  <a:tcPr marL="45720" marR="45720"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EEF1F8"/>
                    </a:solidFill>
                  </a:tcPr>
                </a:tc>
                <a:tc>
                  <a:txBody>
                    <a:bodyPr/>
                    <a:lstStyle/>
                    <a:p>
                      <a:pPr algn="l" marL="0" indent="0">
                        <a:spcBef>
                          <a:spcPts val="0"/>
                        </a:spcBef>
                        <a:spcAft>
                          <a:spcPts val="0"/>
                        </a:spcAft>
                        <a:buNone/>
                      </a:pPr>
                      <a:r>
                        <a:rPr lang="en-US" sz="1150" b="1" dirty="0">
                          <a:solidFill>
                            <a:srgbClr val="1E7B3C"/>
                          </a:solidFill>
                        </a:rPr>
                        <a:t xml:space="preserve">▼ </a:t>
                      </a:r>
                      <a:r>
                        <a:rPr lang="en-US" sz="1150" dirty="0">
                          <a:solidFill>
                            <a:srgbClr val="1E7B3C"/>
                          </a:solidFill>
                        </a:rPr>
                        <a:t>Fewer (fistula, respiratory, wound)</a:t>
                      </a:r>
                    </a:p>
                  </a:txBody>
                  <a:tcPr marL="45720" marR="45720"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EEF1F8"/>
                    </a:solidFill>
                  </a:tcPr>
                </a:tc>
                <a:tc>
                  <a:txBody>
                    <a:bodyPr/>
                    <a:lstStyle/>
                    <a:p>
                      <a:pPr algn="l" marL="0" indent="0">
                        <a:spcBef>
                          <a:spcPts val="0"/>
                        </a:spcBef>
                        <a:spcAft>
                          <a:spcPts val="0"/>
                        </a:spcAft>
                        <a:buNone/>
                      </a:pPr>
                      <a:r>
                        <a:rPr lang="en-US" sz="1150" b="1" dirty="0">
                          <a:solidFill>
                            <a:srgbClr val="5B6170"/>
                          </a:solidFill>
                        </a:rPr>
                        <a:t xml:space="preserve">= </a:t>
                      </a:r>
                      <a:r>
                        <a:rPr lang="en-US" sz="1150" dirty="0"/>
                        <a:t>Similar overall, major &amp; fistula</a:t>
                      </a:r>
                    </a:p>
                  </a:txBody>
                  <a:tcPr marL="45720" marR="45720"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EEF1F8"/>
                    </a:solidFill>
                  </a:tcPr>
                </a:tc>
              </a:tr>
              <a:tr h="420624">
                <a:tc>
                  <a:txBody>
                    <a:bodyPr/>
                    <a:lstStyle/>
                    <a:p>
                      <a:pPr marL="0" indent="0">
                        <a:spcBef>
                          <a:spcPts val="0"/>
                        </a:spcBef>
                        <a:spcAft>
                          <a:spcPts val="0"/>
                        </a:spcAft>
                        <a:buNone/>
                      </a:pPr>
                      <a:r>
                        <a:rPr lang="en-US" sz="1150" b="1" dirty="0"/>
                        <a:t>Hospital stay</a:t>
                      </a:r>
                    </a:p>
                  </a:txBody>
                  <a:tcPr marL="45720" marR="45720" marT="27432" marB="27432" anchor="ctr">
                    <a:lnL w="6350">
                      <a:solidFill>
                        <a:srgbClr val="D5DAE6"/>
                      </a:solidFill>
                    </a:lnL>
                    <a:lnR w="6350">
                      <a:solidFill>
                        <a:srgbClr val="D5DAE6"/>
                      </a:solidFill>
                    </a:lnR>
                    <a:lnT w="6350">
                      <a:solidFill>
                        <a:srgbClr val="D5DAE6"/>
                      </a:solidFill>
                    </a:lnT>
                    <a:lnB w="6350">
                      <a:solidFill>
                        <a:srgbClr val="D5DAE6"/>
                      </a:solidFill>
                    </a:lnB>
                    <a:noFill/>
                  </a:tcPr>
                </a:tc>
                <a:tc>
                  <a:txBody>
                    <a:bodyPr/>
                    <a:lstStyle/>
                    <a:p>
                      <a:pPr algn="l" marL="0" indent="0">
                        <a:spcBef>
                          <a:spcPts val="0"/>
                        </a:spcBef>
                        <a:spcAft>
                          <a:spcPts val="0"/>
                        </a:spcAft>
                        <a:buNone/>
                      </a:pPr>
                      <a:r>
                        <a:rPr lang="en-US" sz="1150" b="1" dirty="0">
                          <a:solidFill>
                            <a:srgbClr val="1E7B3C"/>
                          </a:solidFill>
                        </a:rPr>
                        <a:t xml:space="preserve">▼ </a:t>
                      </a:r>
                      <a:r>
                        <a:rPr lang="en-US" sz="1150" dirty="0">
                          <a:solidFill>
                            <a:srgbClr val="1E7B3C"/>
                          </a:solidFill>
                        </a:rPr>
                        <a:t>Shorter</a:t>
                      </a:r>
                    </a:p>
                  </a:txBody>
                  <a:tcPr marL="45720" marR="45720" marT="27432" marB="27432" anchor="ctr">
                    <a:lnL w="6350">
                      <a:solidFill>
                        <a:srgbClr val="D5DAE6"/>
                      </a:solidFill>
                    </a:lnL>
                    <a:lnR w="6350">
                      <a:solidFill>
                        <a:srgbClr val="D5DAE6"/>
                      </a:solidFill>
                    </a:lnR>
                    <a:lnT w="6350">
                      <a:solidFill>
                        <a:srgbClr val="D5DAE6"/>
                      </a:solidFill>
                    </a:lnT>
                    <a:lnB w="6350">
                      <a:solidFill>
                        <a:srgbClr val="D5DAE6"/>
                      </a:solidFill>
                    </a:lnB>
                    <a:noFill/>
                  </a:tcPr>
                </a:tc>
                <a:tc>
                  <a:txBody>
                    <a:bodyPr/>
                    <a:lstStyle/>
                    <a:p>
                      <a:pPr algn="l" marL="0" indent="0">
                        <a:spcBef>
                          <a:spcPts val="0"/>
                        </a:spcBef>
                        <a:spcAft>
                          <a:spcPts val="0"/>
                        </a:spcAft>
                        <a:buNone/>
                      </a:pPr>
                      <a:r>
                        <a:rPr lang="en-US" sz="1150" b="1" dirty="0">
                          <a:solidFill>
                            <a:srgbClr val="1E7B3C"/>
                          </a:solidFill>
                        </a:rPr>
                        <a:t xml:space="preserve">▼ </a:t>
                      </a:r>
                      <a:r>
                        <a:rPr lang="en-US" sz="1150" dirty="0">
                          <a:solidFill>
                            <a:srgbClr val="1E7B3C"/>
                          </a:solidFill>
                        </a:rPr>
                        <a:t>≈1 day shorter</a:t>
                      </a:r>
                    </a:p>
                  </a:txBody>
                  <a:tcPr marL="45720" marR="45720" marT="27432" marB="27432" anchor="ctr">
                    <a:lnL w="6350">
                      <a:solidFill>
                        <a:srgbClr val="D5DAE6"/>
                      </a:solidFill>
                    </a:lnL>
                    <a:lnR w="6350">
                      <a:solidFill>
                        <a:srgbClr val="D5DAE6"/>
                      </a:solidFill>
                    </a:lnR>
                    <a:lnT w="6350">
                      <a:solidFill>
                        <a:srgbClr val="D5DAE6"/>
                      </a:solidFill>
                    </a:lnT>
                    <a:lnB w="6350">
                      <a:solidFill>
                        <a:srgbClr val="D5DAE6"/>
                      </a:solidFill>
                    </a:lnB>
                    <a:noFill/>
                  </a:tcPr>
                </a:tc>
              </a:tr>
              <a:tr h="420624">
                <a:tc>
                  <a:txBody>
                    <a:bodyPr/>
                    <a:lstStyle/>
                    <a:p>
                      <a:pPr marL="0" indent="0">
                        <a:spcBef>
                          <a:spcPts val="0"/>
                        </a:spcBef>
                        <a:spcAft>
                          <a:spcPts val="0"/>
                        </a:spcAft>
                        <a:buNone/>
                      </a:pPr>
                      <a:r>
                        <a:rPr lang="en-US" sz="1150" b="1" dirty="0"/>
                        <a:t>Conversion to open</a:t>
                      </a:r>
                    </a:p>
                  </a:txBody>
                  <a:tcPr marL="45720" marR="45720"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EEF1F8"/>
                    </a:solidFill>
                  </a:tcPr>
                </a:tc>
                <a:tc>
                  <a:txBody>
                    <a:bodyPr/>
                    <a:lstStyle/>
                    <a:p>
                      <a:pPr marL="0" indent="0">
                        <a:spcBef>
                          <a:spcPts val="0"/>
                        </a:spcBef>
                        <a:spcAft>
                          <a:spcPts val="0"/>
                        </a:spcAft>
                        <a:buNone/>
                      </a:pPr>
                      <a:r>
                        <a:rPr lang="en-US" sz="1150" dirty="0">
                          <a:solidFill>
                            <a:srgbClr val="5B6170"/>
                          </a:solidFill>
                        </a:rPr>
                        <a:t>n/a</a:t>
                      </a:r>
                    </a:p>
                  </a:txBody>
                  <a:tcPr marL="45720" marR="45720"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EEF1F8"/>
                    </a:solidFill>
                  </a:tcPr>
                </a:tc>
                <a:tc>
                  <a:txBody>
                    <a:bodyPr/>
                    <a:lstStyle/>
                    <a:p>
                      <a:pPr algn="l" marL="0" indent="0">
                        <a:spcBef>
                          <a:spcPts val="0"/>
                        </a:spcBef>
                        <a:spcAft>
                          <a:spcPts val="0"/>
                        </a:spcAft>
                        <a:buNone/>
                      </a:pPr>
                      <a:r>
                        <a:rPr lang="en-US" sz="1150" b="1" dirty="0">
                          <a:solidFill>
                            <a:srgbClr val="1E7B3C"/>
                          </a:solidFill>
                        </a:rPr>
                        <a:t xml:space="preserve">▼ </a:t>
                      </a:r>
                      <a:r>
                        <a:rPr lang="en-US" sz="1150" dirty="0">
                          <a:solidFill>
                            <a:srgbClr val="1E7B3C"/>
                          </a:solidFill>
                        </a:rPr>
                        <a:t>Lower</a:t>
                      </a:r>
                    </a:p>
                  </a:txBody>
                  <a:tcPr marL="45720" marR="45720"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EEF1F8"/>
                    </a:solidFill>
                  </a:tcPr>
                </a:tc>
              </a:tr>
              <a:tr h="603504">
                <a:tc>
                  <a:txBody>
                    <a:bodyPr/>
                    <a:lstStyle/>
                    <a:p>
                      <a:pPr marL="0" indent="0">
                        <a:spcBef>
                          <a:spcPts val="0"/>
                        </a:spcBef>
                        <a:spcAft>
                          <a:spcPts val="0"/>
                        </a:spcAft>
                        <a:buNone/>
                      </a:pPr>
                      <a:r>
                        <a:rPr lang="en-US" sz="1150" b="1" dirty="0"/>
                        <a:t>Spleen preservation</a:t>
                      </a:r>
                    </a:p>
                  </a:txBody>
                  <a:tcPr marL="45720" marR="45720" marT="27432" marB="27432" anchor="ctr">
                    <a:lnL w="6350">
                      <a:solidFill>
                        <a:srgbClr val="D5DAE6"/>
                      </a:solidFill>
                    </a:lnL>
                    <a:lnR w="6350">
                      <a:solidFill>
                        <a:srgbClr val="D5DAE6"/>
                      </a:solidFill>
                    </a:lnR>
                    <a:lnT w="6350">
                      <a:solidFill>
                        <a:srgbClr val="D5DAE6"/>
                      </a:solidFill>
                    </a:lnT>
                    <a:lnB w="6350">
                      <a:solidFill>
                        <a:srgbClr val="D5DAE6"/>
                      </a:solidFill>
                    </a:lnB>
                    <a:noFill/>
                  </a:tcPr>
                </a:tc>
                <a:tc>
                  <a:txBody>
                    <a:bodyPr/>
                    <a:lstStyle/>
                    <a:p>
                      <a:pPr algn="l" marL="0" indent="0">
                        <a:spcBef>
                          <a:spcPts val="0"/>
                        </a:spcBef>
                        <a:spcAft>
                          <a:spcPts val="0"/>
                        </a:spcAft>
                        <a:buNone/>
                      </a:pPr>
                      <a:r>
                        <a:rPr lang="en-US" sz="1150" b="1" dirty="0">
                          <a:solidFill>
                            <a:srgbClr val="1E7B3C"/>
                          </a:solidFill>
                        </a:rPr>
                        <a:t xml:space="preserve">▲ </a:t>
                      </a:r>
                      <a:r>
                        <a:rPr lang="en-US" sz="1150" dirty="0">
                          <a:solidFill>
                            <a:srgbClr val="1E7B3C"/>
                          </a:solidFill>
                        </a:rPr>
                        <a:t>Higher</a:t>
                      </a:r>
                    </a:p>
                  </a:txBody>
                  <a:tcPr marL="45720" marR="45720" marT="27432" marB="27432" anchor="ctr">
                    <a:lnL w="6350">
                      <a:solidFill>
                        <a:srgbClr val="D5DAE6"/>
                      </a:solidFill>
                    </a:lnL>
                    <a:lnR w="6350">
                      <a:solidFill>
                        <a:srgbClr val="D5DAE6"/>
                      </a:solidFill>
                    </a:lnR>
                    <a:lnT w="6350">
                      <a:solidFill>
                        <a:srgbClr val="D5DAE6"/>
                      </a:solidFill>
                    </a:lnT>
                    <a:lnB w="6350">
                      <a:solidFill>
                        <a:srgbClr val="D5DAE6"/>
                      </a:solidFill>
                    </a:lnB>
                    <a:noFill/>
                  </a:tcPr>
                </a:tc>
                <a:tc>
                  <a:txBody>
                    <a:bodyPr/>
                    <a:lstStyle/>
                    <a:p>
                      <a:pPr algn="l" marL="0" indent="0">
                        <a:spcBef>
                          <a:spcPts val="0"/>
                        </a:spcBef>
                        <a:spcAft>
                          <a:spcPts val="0"/>
                        </a:spcAft>
                        <a:buNone/>
                      </a:pPr>
                      <a:r>
                        <a:rPr lang="en-US" sz="1150" b="1" dirty="0">
                          <a:solidFill>
                            <a:srgbClr val="1E7B3C"/>
                          </a:solidFill>
                        </a:rPr>
                        <a:t xml:space="preserve">▲ </a:t>
                      </a:r>
                      <a:r>
                        <a:rPr lang="en-US" sz="1150" dirty="0">
                          <a:solidFill>
                            <a:srgbClr val="1E7B3C"/>
                          </a:solidFill>
                        </a:rPr>
                        <a:t>Higher; fewer conversions to splenectomy</a:t>
                      </a:r>
                    </a:p>
                  </a:txBody>
                  <a:tcPr marL="45720" marR="45720" marT="27432" marB="27432" anchor="ctr">
                    <a:lnL w="6350">
                      <a:solidFill>
                        <a:srgbClr val="D5DAE6"/>
                      </a:solidFill>
                    </a:lnL>
                    <a:lnR w="6350">
                      <a:solidFill>
                        <a:srgbClr val="D5DAE6"/>
                      </a:solidFill>
                    </a:lnR>
                    <a:lnT w="6350">
                      <a:solidFill>
                        <a:srgbClr val="D5DAE6"/>
                      </a:solidFill>
                    </a:lnT>
                    <a:lnB w="6350">
                      <a:solidFill>
                        <a:srgbClr val="D5DAE6"/>
                      </a:solidFill>
                    </a:lnB>
                    <a:noFill/>
                  </a:tcPr>
                </a:tc>
              </a:tr>
              <a:tr h="603504">
                <a:tc>
                  <a:txBody>
                    <a:bodyPr/>
                    <a:lstStyle/>
                    <a:p>
                      <a:pPr marL="0" indent="0">
                        <a:spcBef>
                          <a:spcPts val="0"/>
                        </a:spcBef>
                        <a:spcAft>
                          <a:spcPts val="0"/>
                        </a:spcAft>
                        <a:buNone/>
                      </a:pPr>
                      <a:r>
                        <a:rPr lang="en-US" sz="1150" b="1" dirty="0"/>
                        <a:t>Oncological</a:t>
                      </a:r>
                    </a:p>
                  </a:txBody>
                  <a:tcPr marL="45720" marR="45720"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EEF1F8"/>
                    </a:solidFill>
                  </a:tcPr>
                </a:tc>
                <a:tc>
                  <a:txBody>
                    <a:bodyPr/>
                    <a:lstStyle/>
                    <a:p>
                      <a:pPr algn="l" marL="0" indent="0">
                        <a:spcBef>
                          <a:spcPts val="0"/>
                        </a:spcBef>
                        <a:spcAft>
                          <a:spcPts val="0"/>
                        </a:spcAft>
                        <a:buNone/>
                      </a:pPr>
                      <a:r>
                        <a:rPr lang="en-US" sz="1150" b="1" dirty="0">
                          <a:solidFill>
                            <a:srgbClr val="5B6170"/>
                          </a:solidFill>
                        </a:rPr>
                        <a:t xml:space="preserve">= </a:t>
                      </a:r>
                      <a:r>
                        <a:rPr lang="en-US" sz="1150" dirty="0"/>
                        <a:t>Non-inferior R0 and LN yield (MIDP)</a:t>
                      </a:r>
                    </a:p>
                  </a:txBody>
                  <a:tcPr marL="45720" marR="45720"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EEF1F8"/>
                    </a:solidFill>
                  </a:tcPr>
                </a:tc>
                <a:tc>
                  <a:txBody>
                    <a:bodyPr/>
                    <a:lstStyle/>
                    <a:p>
                      <a:pPr algn="l" marL="0" indent="0">
                        <a:spcBef>
                          <a:spcPts val="0"/>
                        </a:spcBef>
                        <a:spcAft>
                          <a:spcPts val="0"/>
                        </a:spcAft>
                        <a:buNone/>
                      </a:pPr>
                      <a:r>
                        <a:rPr lang="en-US" sz="1150" b="1" dirty="0">
                          <a:solidFill>
                            <a:srgbClr val="1E7B3C"/>
                          </a:solidFill>
                        </a:rPr>
                        <a:t xml:space="preserve">▲ </a:t>
                      </a:r>
                      <a:r>
                        <a:rPr lang="en-US" sz="1150" dirty="0">
                          <a:solidFill>
                            <a:srgbClr val="1E7B3C"/>
                          </a:solidFill>
                        </a:rPr>
                        <a:t>0% vs 2% R1; more lymph nodes</a:t>
                      </a:r>
                    </a:p>
                  </a:txBody>
                  <a:tcPr marL="45720" marR="45720"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EEF1F8"/>
                    </a:solidFill>
                  </a:tcPr>
                </a:tc>
              </a:tr>
              <a:tr h="420624">
                <a:tc>
                  <a:txBody>
                    <a:bodyPr/>
                    <a:lstStyle/>
                    <a:p>
                      <a:pPr marL="0" indent="0">
                        <a:spcBef>
                          <a:spcPts val="0"/>
                        </a:spcBef>
                        <a:spcAft>
                          <a:spcPts val="0"/>
                        </a:spcAft>
                        <a:buNone/>
                      </a:pPr>
                      <a:r>
                        <a:rPr lang="en-US" sz="1150" b="1" dirty="0"/>
                        <a:t>Operative time</a:t>
                      </a:r>
                    </a:p>
                  </a:txBody>
                  <a:tcPr marL="45720" marR="45720" marT="27432" marB="27432" anchor="ctr">
                    <a:lnL w="6350">
                      <a:solidFill>
                        <a:srgbClr val="D5DAE6"/>
                      </a:solidFill>
                    </a:lnL>
                    <a:lnR w="6350">
                      <a:solidFill>
                        <a:srgbClr val="D5DAE6"/>
                      </a:solidFill>
                    </a:lnR>
                    <a:lnT w="6350">
                      <a:solidFill>
                        <a:srgbClr val="D5DAE6"/>
                      </a:solidFill>
                    </a:lnT>
                    <a:lnB w="6350">
                      <a:solidFill>
                        <a:srgbClr val="D5DAE6"/>
                      </a:solidFill>
                    </a:lnB>
                    <a:noFill/>
                  </a:tcPr>
                </a:tc>
                <a:tc>
                  <a:txBody>
                    <a:bodyPr/>
                    <a:lstStyle/>
                    <a:p>
                      <a:pPr algn="l" marL="0" indent="0">
                        <a:spcBef>
                          <a:spcPts val="0"/>
                        </a:spcBef>
                        <a:spcAft>
                          <a:spcPts val="0"/>
                        </a:spcAft>
                        <a:buNone/>
                      </a:pPr>
                      <a:r>
                        <a:rPr lang="en-US" sz="1150" b="1" dirty="0">
                          <a:solidFill>
                            <a:srgbClr val="5B6170"/>
                          </a:solidFill>
                        </a:rPr>
                        <a:t xml:space="preserve">= </a:t>
                      </a:r>
                      <a:r>
                        <a:rPr lang="en-US" sz="1150" dirty="0"/>
                        <a:t>Conflicting</a:t>
                      </a:r>
                    </a:p>
                  </a:txBody>
                  <a:tcPr marL="45720" marR="45720" marT="27432" marB="27432" anchor="ctr">
                    <a:lnL w="6350">
                      <a:solidFill>
                        <a:srgbClr val="D5DAE6"/>
                      </a:solidFill>
                    </a:lnL>
                    <a:lnR w="6350">
                      <a:solidFill>
                        <a:srgbClr val="D5DAE6"/>
                      </a:solidFill>
                    </a:lnR>
                    <a:lnT w="6350">
                      <a:solidFill>
                        <a:srgbClr val="D5DAE6"/>
                      </a:solidFill>
                    </a:lnT>
                    <a:lnB w="6350">
                      <a:solidFill>
                        <a:srgbClr val="D5DAE6"/>
                      </a:solidFill>
                    </a:lnB>
                    <a:noFill/>
                  </a:tcPr>
                </a:tc>
                <a:tc>
                  <a:txBody>
                    <a:bodyPr/>
                    <a:lstStyle/>
                    <a:p>
                      <a:pPr algn="l" marL="0" indent="0">
                        <a:spcBef>
                          <a:spcPts val="0"/>
                        </a:spcBef>
                        <a:spcAft>
                          <a:spcPts val="0"/>
                        </a:spcAft>
                        <a:buNone/>
                      </a:pPr>
                      <a:r>
                        <a:rPr lang="en-US" sz="1150" b="1" dirty="0">
                          <a:solidFill>
                            <a:srgbClr val="B45309"/>
                          </a:solidFill>
                        </a:rPr>
                        <a:t xml:space="preserve">▲ </a:t>
                      </a:r>
                      <a:r>
                        <a:rPr lang="en-US" sz="1150" dirty="0">
                          <a:solidFill>
                            <a:srgbClr val="B45309"/>
                          </a:solidFill>
                        </a:rPr>
                        <a:t>≈30 min longer (docking)</a:t>
                      </a:r>
                    </a:p>
                  </a:txBody>
                  <a:tcPr marL="45720" marR="45720" marT="27432" marB="27432" anchor="ctr">
                    <a:lnL w="6350">
                      <a:solidFill>
                        <a:srgbClr val="D5DAE6"/>
                      </a:solidFill>
                    </a:lnL>
                    <a:lnR w="6350">
                      <a:solidFill>
                        <a:srgbClr val="D5DAE6"/>
                      </a:solidFill>
                    </a:lnR>
                    <a:lnT w="6350">
                      <a:solidFill>
                        <a:srgbClr val="D5DAE6"/>
                      </a:solidFill>
                    </a:lnT>
                    <a:lnB w="6350">
                      <a:solidFill>
                        <a:srgbClr val="D5DAE6"/>
                      </a:solidFill>
                    </a:lnB>
                    <a:noFill/>
                  </a:tcPr>
                </a:tc>
              </a:tr>
            </a:tbl>
          </a:graphicData>
        </a:graphic>
      </p:graphicFrame>
      <p:sp>
        <p:nvSpPr>
          <p:cNvPr id="127" name="Legend"/>
          <p:cNvSpPr txBox="1"/>
          <p:nvPr/>
        </p:nvSpPr>
        <p:spPr>
          <a:xfrm>
            <a:off x="5952744" y="8631936"/>
            <a:ext cx="4681728" cy="274320"/>
          </a:xfrm>
          <a:prstGeom prst="rect">
            <a:avLst/>
          </a:prstGeom>
          <a:noFill/>
          <a:ln>
            <a:noFill/>
          </a:ln>
        </p:spPr>
        <p:txBody>
          <a:bodyPr wrap="square" lIns="0" tIns="0" rIns="0" bIns="0" anchor="t">
            <a:noAutofit/>
          </a:bodyPr>
          <a:lstStyle/>
          <a:p>
            <a:pPr marL="0" indent="0">
              <a:spcBef>
                <a:spcPts val="0"/>
              </a:spcBef>
              <a:spcAft>
                <a:spcPts val="0"/>
              </a:spcAft>
              <a:buNone/>
            </a:pPr>
            <a:r>
              <a:rPr lang="en-US" sz="950" b="1" dirty="0">
                <a:solidFill>
                  <a:srgbClr val="1E7B3C"/>
                </a:solidFill>
              </a:rPr>
              <a:t xml:space="preserve">Green </a:t>
            </a:r>
            <a:r>
              <a:rPr lang="en-US" sz="950" dirty="0">
                <a:solidFill>
                  <a:srgbClr val="5B6170"/>
                </a:solidFill>
              </a:rPr>
              <a:t xml:space="preserve">favours RDP   </a:t>
            </a:r>
            <a:r>
              <a:rPr lang="en-US" sz="950" b="1" dirty="0">
                <a:solidFill>
                  <a:srgbClr val="5B6170"/>
                </a:solidFill>
              </a:rPr>
              <a:t xml:space="preserve">Grey </a:t>
            </a:r>
            <a:r>
              <a:rPr lang="en-US" sz="950" dirty="0">
                <a:solidFill>
                  <a:srgbClr val="5B6170"/>
                </a:solidFill>
              </a:rPr>
              <a:t xml:space="preserve">no clear difference   </a:t>
            </a:r>
            <a:r>
              <a:rPr lang="en-US" sz="950" b="1" dirty="0">
                <a:solidFill>
                  <a:srgbClr val="B45309"/>
                </a:solidFill>
              </a:rPr>
              <a:t xml:space="preserve">Amber </a:t>
            </a:r>
            <a:r>
              <a:rPr lang="en-US" sz="950" dirty="0">
                <a:solidFill>
                  <a:srgbClr val="5B6170"/>
                </a:solidFill>
              </a:rPr>
              <a:t>favours comparator.  SP, spleen preservation; MIDP, minimally invasive DP</a:t>
            </a:r>
          </a:p>
        </p:txBody>
      </p:sp>
      <p:sp>
        <p:nvSpPr>
          <p:cNvPr id="128" name="Stat 1 day"/>
          <p:cNvSpPr txBox="1"/>
          <p:nvPr/>
        </p:nvSpPr>
        <p:spPr>
          <a:xfrm>
            <a:off x="5952744" y="9015984"/>
            <a:ext cx="1469136" cy="1371600"/>
          </a:xfrm>
          <a:prstGeom prst="roundRect">
            <a:avLst>
              <a:gd name="adj" fmla="val 10000"/>
            </a:avLst>
          </a:prstGeom>
          <a:solidFill>
            <a:srgbClr val="213C80"/>
          </a:solidFill>
          <a:ln>
            <a:noFill/>
          </a:ln>
        </p:spPr>
        <p:txBody>
          <a:bodyPr wrap="square" lIns="54864" tIns="54864" rIns="54864" bIns="54864" anchor="ctr">
            <a:noAutofit/>
          </a:bodyPr>
          <a:lstStyle/>
          <a:p>
            <a:pPr algn="ctr" marL="0" indent="0">
              <a:spcBef>
                <a:spcPts val="0"/>
              </a:spcBef>
              <a:spcAft>
                <a:spcPts val="200"/>
              </a:spcAft>
              <a:buNone/>
            </a:pPr>
            <a:r>
              <a:rPr lang="en-US" sz="2500" b="1" dirty="0">
                <a:solidFill>
                  <a:srgbClr val="FFFFFF"/>
                </a:solidFill>
              </a:rPr>
              <a:t>1 day</a:t>
            </a:r>
          </a:p>
          <a:p>
            <a:pPr algn="ctr" marL="0" indent="0">
              <a:spcBef>
                <a:spcPts val="0"/>
              </a:spcBef>
              <a:spcAft>
                <a:spcPts val="0"/>
              </a:spcAft>
              <a:buNone/>
            </a:pPr>
            <a:r>
              <a:rPr lang="en-US" sz="1150" dirty="0">
                <a:solidFill>
                  <a:srgbClr val="FFFFFF"/>
                </a:solidFill>
              </a:rPr>
              <a:t>shorter stay</a:t>
            </a:r>
          </a:p>
          <a:p>
            <a:pPr algn="ctr" marL="0" indent="0">
              <a:spcBef>
                <a:spcPts val="0"/>
              </a:spcBef>
              <a:spcAft>
                <a:spcPts val="0"/>
              </a:spcAft>
              <a:buNone/>
            </a:pPr>
            <a:r>
              <a:rPr lang="en-US" sz="1150" dirty="0">
                <a:solidFill>
                  <a:srgbClr val="FFFFFF"/>
                </a:solidFill>
              </a:rPr>
              <a:t>vs LDP</a:t>
            </a:r>
          </a:p>
        </p:txBody>
      </p:sp>
      <p:sp>
        <p:nvSpPr>
          <p:cNvPr id="129" name="Stat 0%"/>
          <p:cNvSpPr txBox="1"/>
          <p:nvPr/>
        </p:nvSpPr>
        <p:spPr>
          <a:xfrm>
            <a:off x="7559040" y="9015984"/>
            <a:ext cx="1469136" cy="1371600"/>
          </a:xfrm>
          <a:prstGeom prst="roundRect">
            <a:avLst>
              <a:gd name="adj" fmla="val 10000"/>
            </a:avLst>
          </a:prstGeom>
          <a:solidFill>
            <a:srgbClr val="213C80"/>
          </a:solidFill>
          <a:ln>
            <a:noFill/>
          </a:ln>
        </p:spPr>
        <p:txBody>
          <a:bodyPr wrap="square" lIns="54864" tIns="54864" rIns="54864" bIns="54864" anchor="ctr">
            <a:noAutofit/>
          </a:bodyPr>
          <a:lstStyle/>
          <a:p>
            <a:pPr algn="ctr" marL="0" indent="0">
              <a:spcBef>
                <a:spcPts val="0"/>
              </a:spcBef>
              <a:spcAft>
                <a:spcPts val="200"/>
              </a:spcAft>
              <a:buNone/>
            </a:pPr>
            <a:r>
              <a:rPr lang="en-US" sz="2500" b="1" dirty="0">
                <a:solidFill>
                  <a:srgbClr val="FFFFFF"/>
                </a:solidFill>
              </a:rPr>
              <a:t>0%</a:t>
            </a:r>
          </a:p>
          <a:p>
            <a:pPr algn="ctr" marL="0" indent="0">
              <a:spcBef>
                <a:spcPts val="0"/>
              </a:spcBef>
              <a:spcAft>
                <a:spcPts val="0"/>
              </a:spcAft>
              <a:buNone/>
            </a:pPr>
            <a:r>
              <a:rPr lang="en-US" sz="1150" dirty="0">
                <a:solidFill>
                  <a:srgbClr val="FFFFFF"/>
                </a:solidFill>
              </a:rPr>
              <a:t>positive margins</a:t>
            </a:r>
          </a:p>
          <a:p>
            <a:pPr algn="ctr" marL="0" indent="0">
              <a:spcBef>
                <a:spcPts val="0"/>
              </a:spcBef>
              <a:spcAft>
                <a:spcPts val="0"/>
              </a:spcAft>
              <a:buNone/>
            </a:pPr>
            <a:r>
              <a:rPr lang="en-US" sz="1150" dirty="0">
                <a:solidFill>
                  <a:srgbClr val="FFFFFF"/>
                </a:solidFill>
              </a:rPr>
              <a:t>(LDP 2%)</a:t>
            </a:r>
          </a:p>
        </p:txBody>
      </p:sp>
      <p:sp>
        <p:nvSpPr>
          <p:cNvPr id="130" name="Stat +30 min"/>
          <p:cNvSpPr txBox="1"/>
          <p:nvPr/>
        </p:nvSpPr>
        <p:spPr>
          <a:xfrm>
            <a:off x="9165336" y="9015984"/>
            <a:ext cx="1469136" cy="1371600"/>
          </a:xfrm>
          <a:prstGeom prst="roundRect">
            <a:avLst>
              <a:gd name="adj" fmla="val 10000"/>
            </a:avLst>
          </a:prstGeom>
          <a:solidFill>
            <a:srgbClr val="F7EFD9"/>
          </a:solidFill>
          <a:ln>
            <a:noFill/>
          </a:ln>
        </p:spPr>
        <p:txBody>
          <a:bodyPr wrap="square" lIns="54864" tIns="54864" rIns="54864" bIns="54864" anchor="ctr">
            <a:noAutofit/>
          </a:bodyPr>
          <a:lstStyle/>
          <a:p>
            <a:pPr algn="ctr" marL="0" indent="0">
              <a:spcBef>
                <a:spcPts val="0"/>
              </a:spcBef>
              <a:spcAft>
                <a:spcPts val="200"/>
              </a:spcAft>
              <a:buNone/>
            </a:pPr>
            <a:r>
              <a:rPr lang="en-US" sz="2500" b="1" dirty="0">
                <a:solidFill>
                  <a:srgbClr val="213C80"/>
                </a:solidFill>
              </a:rPr>
              <a:t>+30 min</a:t>
            </a:r>
          </a:p>
          <a:p>
            <a:pPr algn="ctr" marL="0" indent="0">
              <a:spcBef>
                <a:spcPts val="0"/>
              </a:spcBef>
              <a:spcAft>
                <a:spcPts val="0"/>
              </a:spcAft>
              <a:buNone/>
            </a:pPr>
            <a:r>
              <a:rPr lang="en-US" sz="1150" dirty="0">
                <a:solidFill>
                  <a:srgbClr val="213C80"/>
                </a:solidFill>
              </a:rPr>
              <a:t>operative time</a:t>
            </a:r>
          </a:p>
          <a:p>
            <a:pPr algn="ctr" marL="0" indent="0">
              <a:spcBef>
                <a:spcPts val="0"/>
              </a:spcBef>
              <a:spcAft>
                <a:spcPts val="0"/>
              </a:spcAft>
              <a:buNone/>
            </a:pPr>
            <a:r>
              <a:rPr lang="en-US" sz="1150" dirty="0">
                <a:solidFill>
                  <a:srgbClr val="213C80"/>
                </a:solidFill>
              </a:rPr>
              <a:t>vs LDP</a:t>
            </a:r>
          </a:p>
        </p:txBody>
      </p:sp>
      <p:sp>
        <p:nvSpPr>
          <p:cNvPr id="131" name="Section Title 34"/>
          <p:cNvSpPr>
            <a:spLocks noGrp="1"/>
          </p:cNvSpPr>
          <p:nvPr>
            <p:ph type="body" sz="quarter" idx="34"/>
          </p:nvPr>
        </p:nvSpPr>
        <p:spPr>
          <a:xfrm>
            <a:off x="5952744" y="10799064"/>
            <a:ext cx="4681728" cy="384048"/>
          </a:xfrm>
        </p:spPr>
        <p:txBody>
          <a:bodyPr anchor="ctr">
            <a:noAutofit/>
          </a:bodyPr>
          <a:lstStyle/>
          <a:p>
            <a:pPr algn="ctr" marL="0" indent="0">
              <a:spcBef>
                <a:spcPts val="0"/>
              </a:spcBef>
              <a:spcAft>
                <a:spcPts val="0"/>
              </a:spcAft>
              <a:buNone/>
            </a:pPr>
            <a:r>
              <a:rPr lang="en-US" dirty="0"/>
              <a:t>COST-EFFECTIVENESS</a:t>
            </a:r>
          </a:p>
        </p:txBody>
      </p:sp>
      <p:sp>
        <p:nvSpPr>
          <p:cNvPr id="132" name="Cost chip Operative cost"/>
          <p:cNvSpPr txBox="1"/>
          <p:nvPr/>
        </p:nvSpPr>
        <p:spPr>
          <a:xfrm>
            <a:off x="5952744" y="11274552"/>
            <a:ext cx="1469136" cy="841248"/>
          </a:xfrm>
          <a:prstGeom prst="roundRect">
            <a:avLst>
              <a:gd name="adj" fmla="val 14000"/>
            </a:avLst>
          </a:prstGeom>
          <a:noFill/>
          <a:ln w="12700">
            <a:solidFill>
              <a:srgbClr val="213C80"/>
            </a:solidFill>
          </a:ln>
        </p:spPr>
        <p:txBody>
          <a:bodyPr wrap="square" lIns="36576" tIns="36576" rIns="36576" bIns="36576" anchor="ctr">
            <a:noAutofit/>
          </a:bodyPr>
          <a:lstStyle/>
          <a:p>
            <a:pPr algn="ctr" marL="0" indent="0">
              <a:spcBef>
                <a:spcPts val="0"/>
              </a:spcBef>
              <a:spcAft>
                <a:spcPts val="100"/>
              </a:spcAft>
              <a:buNone/>
            </a:pPr>
            <a:r>
              <a:rPr lang="en-US" sz="1100" dirty="0">
                <a:solidFill>
                  <a:srgbClr val="5B6170"/>
                </a:solidFill>
              </a:rPr>
              <a:t>Operative cost</a:t>
            </a:r>
          </a:p>
          <a:p>
            <a:pPr algn="ctr" marL="0" indent="0">
              <a:spcBef>
                <a:spcPts val="0"/>
              </a:spcBef>
              <a:spcAft>
                <a:spcPts val="0"/>
              </a:spcAft>
              <a:buNone/>
            </a:pPr>
            <a:r>
              <a:rPr lang="en-US" sz="1200" b="1" dirty="0">
                <a:solidFill>
                  <a:srgbClr val="213C80"/>
                </a:solidFill>
              </a:rPr>
              <a:t>RDP &gt; LDP, ODP</a:t>
            </a:r>
          </a:p>
        </p:txBody>
      </p:sp>
      <p:sp>
        <p:nvSpPr>
          <p:cNvPr id="133" name="Cost chip Overall cost"/>
          <p:cNvSpPr txBox="1"/>
          <p:nvPr/>
        </p:nvSpPr>
        <p:spPr>
          <a:xfrm>
            <a:off x="7559040" y="11274552"/>
            <a:ext cx="1469136" cy="841248"/>
          </a:xfrm>
          <a:prstGeom prst="roundRect">
            <a:avLst>
              <a:gd name="adj" fmla="val 14000"/>
            </a:avLst>
          </a:prstGeom>
          <a:noFill/>
          <a:ln w="12700">
            <a:solidFill>
              <a:srgbClr val="213C80"/>
            </a:solidFill>
          </a:ln>
        </p:spPr>
        <p:txBody>
          <a:bodyPr wrap="square" lIns="36576" tIns="36576" rIns="36576" bIns="36576" anchor="ctr">
            <a:noAutofit/>
          </a:bodyPr>
          <a:lstStyle/>
          <a:p>
            <a:pPr algn="ctr" marL="0" indent="0">
              <a:spcBef>
                <a:spcPts val="0"/>
              </a:spcBef>
              <a:spcAft>
                <a:spcPts val="100"/>
              </a:spcAft>
              <a:buNone/>
            </a:pPr>
            <a:r>
              <a:rPr lang="en-US" sz="1100" dirty="0">
                <a:solidFill>
                  <a:srgbClr val="5B6170"/>
                </a:solidFill>
              </a:rPr>
              <a:t>Overall cost</a:t>
            </a:r>
          </a:p>
          <a:p>
            <a:pPr algn="ctr" marL="0" indent="0">
              <a:spcBef>
                <a:spcPts val="0"/>
              </a:spcBef>
              <a:spcAft>
                <a:spcPts val="0"/>
              </a:spcAft>
              <a:buNone/>
            </a:pPr>
            <a:r>
              <a:rPr lang="en-US" sz="1200" b="1" dirty="0">
                <a:solidFill>
                  <a:srgbClr val="213C80"/>
                </a:solidFill>
              </a:rPr>
              <a:t>RDP ≤ LDP &lt; ODP</a:t>
            </a:r>
          </a:p>
        </p:txBody>
      </p:sp>
      <p:sp>
        <p:nvSpPr>
          <p:cNvPr id="134" name="Cost chip QALYs"/>
          <p:cNvSpPr txBox="1"/>
          <p:nvPr/>
        </p:nvSpPr>
        <p:spPr>
          <a:xfrm>
            <a:off x="9165336" y="11274552"/>
            <a:ext cx="1469136" cy="841248"/>
          </a:xfrm>
          <a:prstGeom prst="roundRect">
            <a:avLst>
              <a:gd name="adj" fmla="val 14000"/>
            </a:avLst>
          </a:prstGeom>
          <a:noFill/>
          <a:ln w="12700">
            <a:solidFill>
              <a:srgbClr val="213C80"/>
            </a:solidFill>
          </a:ln>
        </p:spPr>
        <p:txBody>
          <a:bodyPr wrap="square" lIns="36576" tIns="36576" rIns="36576" bIns="36576" anchor="ctr">
            <a:noAutofit/>
          </a:bodyPr>
          <a:lstStyle/>
          <a:p>
            <a:pPr algn="ctr" marL="0" indent="0">
              <a:spcBef>
                <a:spcPts val="0"/>
              </a:spcBef>
              <a:spcAft>
                <a:spcPts val="100"/>
              </a:spcAft>
              <a:buNone/>
            </a:pPr>
            <a:r>
              <a:rPr lang="en-US" sz="1100" dirty="0">
                <a:solidFill>
                  <a:srgbClr val="5B6170"/>
                </a:solidFill>
              </a:rPr>
              <a:t>QALYs</a:t>
            </a:r>
          </a:p>
          <a:p>
            <a:pPr algn="ctr" marL="0" indent="0">
              <a:spcBef>
                <a:spcPts val="0"/>
              </a:spcBef>
              <a:spcAft>
                <a:spcPts val="0"/>
              </a:spcAft>
              <a:buNone/>
            </a:pPr>
            <a:r>
              <a:rPr lang="en-US" sz="1200" b="1" dirty="0">
                <a:solidFill>
                  <a:srgbClr val="213C80"/>
                </a:solidFill>
              </a:rPr>
              <a:t>RDP &gt; LDP</a:t>
            </a:r>
          </a:p>
        </p:txBody>
      </p:sp>
      <p:sp>
        <p:nvSpPr>
          <p:cNvPr id="135" name="Cost Text"/>
          <p:cNvSpPr>
            <a:spLocks noGrp="1"/>
          </p:cNvSpPr>
          <p:nvPr>
            <p:ph type="body" sz="quarter" idx="35"/>
          </p:nvPr>
        </p:nvSpPr>
        <p:spPr>
          <a:xfrm>
            <a:off x="5952744" y="12243816"/>
            <a:ext cx="4681728" cy="2240280"/>
          </a:xfrm>
        </p:spPr>
        <p:txBody>
          <a:bodyPr anchor="t">
            <a:noAutofit/>
          </a:bodyPr>
          <a:lstStyle/>
          <a:p>
            <a:pPr marL="155448" indent="-155448">
              <a:spcBef>
                <a:spcPts val="0"/>
              </a:spcBef>
              <a:spcAft>
                <a:spcPts val="500"/>
              </a:spcAft>
              <a:buClr>
                <a:srgbClr val="213C80"/>
              </a:buClr>
              <a:buFont typeface="Arial"/>
              <a:buChar char="•"/>
            </a:pPr>
            <a:r>
              <a:rPr lang="en-US" sz="1350" dirty="0"/>
              <a:t xml:space="preserve">Higher instrument and platform costs are </a:t>
            </a:r>
            <a:r>
              <a:rPr lang="en-US" sz="1350" b="1" dirty="0"/>
              <a:t>offset by shorter stay, fewer conversions and lower morbidity</a:t>
            </a:r>
            <a:r>
              <a:rPr lang="en-US" sz="1350" dirty="0"/>
              <a:t>.</a:t>
            </a:r>
          </a:p>
          <a:p>
            <a:pPr marL="155448" indent="-155448">
              <a:spcBef>
                <a:spcPts val="0"/>
              </a:spcBef>
              <a:spcAft>
                <a:spcPts val="500"/>
              </a:spcAft>
              <a:buClr>
                <a:srgbClr val="213C80"/>
              </a:buClr>
              <a:buFont typeface="Arial"/>
              <a:buChar char="•"/>
            </a:pPr>
            <a:r>
              <a:rPr lang="en-US" sz="1350" dirty="0"/>
              <a:t>Costs fall with case volume (learning curve, robot-specific instruments).</a:t>
            </a:r>
          </a:p>
          <a:p>
            <a:pPr marL="155448" indent="-155448">
              <a:spcBef>
                <a:spcPts val="0"/>
              </a:spcBef>
              <a:spcAft>
                <a:spcPts val="0"/>
              </a:spcAft>
              <a:buClr>
                <a:srgbClr val="213C80"/>
              </a:buClr>
              <a:buFont typeface="Arial"/>
              <a:buChar char="•"/>
            </a:pPr>
            <a:r>
              <a:rPr lang="en-US" sz="1350" dirty="0"/>
              <a:t>Higher QALYs than LDP at similar cost, within the European acceptability threshold; supported by the multicentre ROBOCOSTES trial.</a:t>
            </a:r>
          </a:p>
        </p:txBody>
      </p:sp>
      <p:sp>
        <p:nvSpPr>
          <p:cNvPr id="136" name="Section Title 38"/>
          <p:cNvSpPr>
            <a:spLocks noGrp="1"/>
          </p:cNvSpPr>
          <p:nvPr>
            <p:ph type="body" sz="quarter" idx="38"/>
          </p:nvPr>
        </p:nvSpPr>
        <p:spPr>
          <a:xfrm>
            <a:off x="5952744" y="14575536"/>
            <a:ext cx="4681728" cy="384048"/>
          </a:xfrm>
        </p:spPr>
        <p:txBody>
          <a:bodyPr anchor="ctr">
            <a:noAutofit/>
          </a:bodyPr>
          <a:lstStyle/>
          <a:p>
            <a:pPr algn="ctr" marL="0" indent="0">
              <a:spcBef>
                <a:spcPts val="0"/>
              </a:spcBef>
              <a:spcAft>
                <a:spcPts val="0"/>
              </a:spcAft>
              <a:buNone/>
            </a:pPr>
            <a:r>
              <a:rPr lang="en-US" dirty="0"/>
              <a:t>CONCLUSION</a:t>
            </a:r>
          </a:p>
        </p:txBody>
      </p:sp>
      <p:sp>
        <p:nvSpPr>
          <p:cNvPr id="137" name="Conclusion box"/>
          <p:cNvSpPr txBox="1"/>
          <p:nvPr/>
        </p:nvSpPr>
        <p:spPr>
          <a:xfrm>
            <a:off x="5952744" y="15051024"/>
            <a:ext cx="4681728" cy="2240280"/>
          </a:xfrm>
          <a:prstGeom prst="roundRect">
            <a:avLst>
              <a:gd name="adj" fmla="val 8000"/>
            </a:avLst>
          </a:prstGeom>
          <a:solidFill>
            <a:srgbClr val="213C80"/>
          </a:solidFill>
          <a:ln>
            <a:noFill/>
          </a:ln>
        </p:spPr>
        <p:txBody>
          <a:bodyPr wrap="square" lIns="164592" tIns="164592" rIns="164592" bIns="164592" anchor="ctr">
            <a:noAutofit/>
          </a:bodyPr>
          <a:lstStyle/>
          <a:p>
            <a:pPr marL="0" indent="0">
              <a:spcBef>
                <a:spcPts val="0"/>
              </a:spcBef>
              <a:spcAft>
                <a:spcPts val="800"/>
              </a:spcAft>
              <a:buNone/>
            </a:pPr>
            <a:r>
              <a:rPr lang="en-US" sz="1400" b="1" dirty="0">
                <a:solidFill>
                  <a:srgbClr val="FFFFFF"/>
                </a:solidFill>
              </a:rPr>
              <a:t>RDP is a safe, cost-effective advance in distal pancreatectomy, offering greater precision, better clinical outcomes and higher spleen preservation than open and laparoscopic approaches.</a:t>
            </a:r>
          </a:p>
          <a:p>
            <a:pPr marL="0" indent="0">
              <a:spcBef>
                <a:spcPts val="0"/>
              </a:spcBef>
              <a:spcAft>
                <a:spcPts val="0"/>
              </a:spcAft>
              <a:buNone/>
            </a:pPr>
            <a:r>
              <a:rPr lang="en-US" sz="1350" dirty="0">
                <a:solidFill>
                  <a:srgbClr val="FFFFFF"/>
                </a:solidFill>
              </a:rPr>
              <a:t>Wider adoption depends on expanding training, dedicated robotic teams and equitable access.</a:t>
            </a:r>
          </a:p>
        </p:txBody>
      </p:sp>
      <p:sp>
        <p:nvSpPr>
          <p:cNvPr id="138" name="Reference"/>
          <p:cNvSpPr>
            <a:spLocks noGrp="1"/>
          </p:cNvSpPr>
          <p:nvPr>
            <p:ph type="body" sz="quarter" idx="39"/>
          </p:nvPr>
        </p:nvSpPr>
        <p:spPr>
          <a:xfrm>
            <a:off x="5952744" y="17474184"/>
            <a:ext cx="4681728" cy="566928"/>
          </a:xfrm>
        </p:spPr>
        <p:txBody>
          <a:bodyPr anchor="t">
            <a:noAutofit/>
          </a:bodyPr>
          <a:lstStyle/>
          <a:p>
            <a:pPr marL="0" indent="0">
              <a:spcBef>
                <a:spcPts val="0"/>
              </a:spcBef>
              <a:spcAft>
                <a:spcPts val="0"/>
              </a:spcAft>
              <a:buNone/>
            </a:pPr>
            <a:r>
              <a:rPr lang="en-US" sz="900" dirty="0">
                <a:solidFill>
                  <a:srgbClr val="5B6170"/>
                </a:solidFill>
              </a:rPr>
              <a:t xml:space="preserve">Hwang N, Reddish S, Koea J, Srinivasa S. Clinical review of robotic distal pancreatectomy. </a:t>
            </a:r>
            <a:r>
              <a:rPr lang="en-US" sz="900" i="1" dirty="0">
                <a:solidFill>
                  <a:srgbClr val="5B6170"/>
                </a:solidFill>
              </a:rPr>
              <a:t>Laparoscopic, Endoscopic and Robotic Surgery</a:t>
            </a:r>
            <a:r>
              <a:rPr lang="en-US" sz="900" dirty="0">
                <a:solidFill>
                  <a:srgbClr val="5B6170"/>
                </a:solidFill>
              </a:rPr>
              <a:t xml:space="preserve"> 2025;8:80–83. doi:10.1016/j.lers.2025.02.001</a:t>
            </a:r>
          </a:p>
        </p:txBody>
      </p:sp>
    </p:spTree>
    <p:extLst>
      <p:ext uri="{BB962C8B-B14F-4D97-AF65-F5344CB8AC3E}">
        <p14:creationId xmlns:p14="http://schemas.microsoft.com/office/powerpoint/2010/main" val="3492943509"/>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215567" rtl="0" fontAlgn="auto" latinLnBrk="0" hangingPunct="0">
          <a:lnSpc>
            <a:spcPct val="100000"/>
          </a:lnSpc>
          <a:spcBef>
            <a:spcPts val="700"/>
          </a:spcBef>
          <a:spcAft>
            <a:spcPts val="0"/>
          </a:spcAft>
          <a:buClrTx/>
          <a:buSzTx/>
          <a:buFontTx/>
          <a:buNone/>
          <a:tabLst/>
          <a:defRPr kumimoji="0" sz="30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215567" rtl="0" fontAlgn="auto" latinLnBrk="0" hangingPunct="0">
          <a:lnSpc>
            <a:spcPct val="100000"/>
          </a:lnSpc>
          <a:spcBef>
            <a:spcPts val="700"/>
          </a:spcBef>
          <a:spcAft>
            <a:spcPts val="0"/>
          </a:spcAft>
          <a:buClrTx/>
          <a:buSzTx/>
          <a:buFontTx/>
          <a:buNone/>
          <a:tabLst/>
          <a:defRPr kumimoji="0" sz="30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215567" rtl="0" fontAlgn="auto" latinLnBrk="0" hangingPunct="0">
          <a:lnSpc>
            <a:spcPct val="100000"/>
          </a:lnSpc>
          <a:spcBef>
            <a:spcPts val="700"/>
          </a:spcBef>
          <a:spcAft>
            <a:spcPts val="0"/>
          </a:spcAft>
          <a:buClrTx/>
          <a:buSzTx/>
          <a:buFontTx/>
          <a:buNone/>
          <a:tabLst/>
          <a:defRPr kumimoji="0" sz="30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215567" rtl="0" fontAlgn="auto" latinLnBrk="0" hangingPunct="0">
          <a:lnSpc>
            <a:spcPct val="100000"/>
          </a:lnSpc>
          <a:spcBef>
            <a:spcPts val="700"/>
          </a:spcBef>
          <a:spcAft>
            <a:spcPts val="0"/>
          </a:spcAft>
          <a:buClrTx/>
          <a:buSzTx/>
          <a:buFontTx/>
          <a:buNone/>
          <a:tabLst/>
          <a:defRPr kumimoji="0" sz="30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Click to add title</dc:title>
  <dc:creator>EBMT</dc:creator>
  <cp:lastModifiedBy>Anne Walker</cp:lastModifiedBy>
  <cp:revision>30</cp:revision>
  <dcterms:modified xsi:type="dcterms:W3CDTF">2026-07-06T21:16:34Z</dcterms:modified>
</cp:coreProperties>
</file>